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'Sustainability' teams - check the second word (Trust vs Transparency). Accept + join: classroom.github.com/a/VTWqWkXg. Final Project page (per-team showcase): cornell-tech-vibe-coding-summer-2026.github.io/cornell-tech-vibe-coding-summer-2026-final-project-template/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Protected, individual reading of the paper each person found via AI academic search (Claude / ChatGPT / Elicit / Semantic Scholar / Google Scholar Labs). This is the discovery reading the timer is built around - keep it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"can people use it?"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FINAL PROJECT STARTS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Commit to your value - then join your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Your team name IS your value. We suggest carrying your Project 2 value through the final - but you can switch, or add a secondary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person accepts on GitHub Classroom and creates the team with that exact name; everyone else JOINS it - no duplicates.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JOIN YOUR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Six teams - named for the value you carry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Security  </a:t>
            </a:r>
            <a:r>
              <a:rPr sz="1400" b="0">
                <a:solidFill>
                  <a:srgbClr val="8A94A6"/>
                </a:solidFill>
                <a:latin typeface="Arial"/>
              </a:rPr>
              <a:t>Isa . Om . Jason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Safety &amp; Autonomy  </a:t>
            </a:r>
            <a:r>
              <a:rPr sz="1400" b="0">
                <a:solidFill>
                  <a:srgbClr val="8A94A6"/>
                </a:solidFill>
                <a:latin typeface="Arial"/>
              </a:rPr>
              <a:t>John . Ajin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Trust  </a:t>
            </a:r>
            <a:r>
              <a:rPr sz="1400" b="0">
                <a:solidFill>
                  <a:srgbClr val="8A94A6"/>
                </a:solidFill>
                <a:latin typeface="Arial"/>
              </a:rPr>
              <a:t>Emily . Kylie . 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Care &amp; Wellbeing  </a:t>
            </a:r>
            <a:r>
              <a:rPr sz="1400" b="0">
                <a:solidFill>
                  <a:srgbClr val="8A94A6"/>
                </a:solidFill>
                <a:latin typeface="Arial"/>
              </a:rPr>
              <a:t>Elaine . Winnie . Vienna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Productivity  </a:t>
            </a:r>
            <a:r>
              <a:rPr sz="1400" b="0">
                <a:solidFill>
                  <a:srgbClr val="8A94A6"/>
                </a:solidFill>
                <a:latin typeface="Arial"/>
              </a:rPr>
              <a:t>Liam . Justin . Sebastien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Transparency  </a:t>
            </a:r>
            <a:r>
              <a:rPr sz="1400" b="0">
                <a:solidFill>
                  <a:srgbClr val="8A94A6"/>
                </a:solidFill>
                <a:latin typeface="Arial"/>
              </a:rPr>
              <a:t>Evan . Derin . Magnes . Oliver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operational definition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PICK THE INSTRUMENT THAT FITS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Examples - tie the tool to the value you are analyzing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Beauty / craft / originality -&gt; the Vibed Slop Detector (is it generic AI slop?), or UEQ attractiveness.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Autonomy / competence / wellbeing -&gt; METUX + Self-Determination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Trust / warmth / safety -&gt; a validated scale from the HRI Scale Database.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Overall UX beyond usability -&gt; UEQ. The instrument has to match the value - don't default to UEQ.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State how you operationalize your value - that definition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No time to run tests: RESEARCH how each lens could be verified (behavior especially) + what design interventions have worked.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A value-centered user RESEARCH deck + a reflection on FigJam - each person owns a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FIND YOUR PAPER - EACH PERSON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Section 03 is individual: real evidence, found with AI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For your named slide, find ONE real paper on a design intervention that tried to move your value: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Claude / ChatGPT (ask for real, citable papers - then open + check them), Elicit, Semantic Scholar, Google Scholar - and its new Scholar Labs.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Never invent a citation. Open the actual paper and confirm it says what you think.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QUIET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15 minutes - read the paper YOU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Phones away. Individual. This is the discovery reading - it fills your section-03 slide.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WHILE YOU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Pull out what your slide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From the paper you found, mark: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1.  the design intervention they tried - what exactly did they change?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2.  the result - did it move the value? worked / mixed / failed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3.  whether it supports OUR design direction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5A6474"/>
                </a:solidFill>
                <a:latin typeface="Arial"/>
              </a:rPr>
              <a:t>Then put it on your named slide (03), with the citation.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