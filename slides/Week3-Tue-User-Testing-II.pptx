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Individual, on the shared Project 2 prototype. No coding required. Accessibility guest lecture today; Wed/Thu are the final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 Verification: Does It Do the Right 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Values at Play - verifying the value you claimed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SECOND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Usable is not the same 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Yesterday: can people </a:t>
            </a:r>
            <a:r>
              <a:rPr sz="2200" b="1">
                <a:solidFill>
                  <a:srgbClr val="00FF41"/>
                </a:solidFill>
                <a:latin typeface="Arial"/>
              </a:rPr>
              <a:t>use</a:t>
            </a:r>
            <a:r>
              <a:rPr sz="2200" b="0">
                <a:solidFill>
                  <a:srgbClr val="F5F7FA"/>
                </a:solidFill>
                <a:latin typeface="Arial"/>
              </a:rPr>
              <a:t> your Project 2? Today: does it deliver the </a:t>
            </a:r>
            <a:r>
              <a:rPr sz="2200" b="1">
                <a:solidFill>
                  <a:srgbClr val="00FF41"/>
                </a:solidFill>
                <a:latin typeface="Arial"/>
              </a:rPr>
              <a:t>value your team claimed</a:t>
            </a:r>
            <a:r>
              <a:rPr sz="2200" b="0">
                <a:solidFill>
                  <a:srgbClr val="F5F7FA"/>
                </a:solidFill>
                <a:latin typeface="Arial"/>
              </a:rPr>
              <a:t> - for the person you claimed to serve?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 tool can be flawless to use and still fail its value - quietly nudging, excluding, or manipulating the very person it says it helps.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Discovery</a:t>
            </a:r>
            <a:r>
              <a:rPr sz="1800" b="0">
                <a:solidFill>
                  <a:srgbClr val="F5F7FA"/>
                </a:solidFill>
                <a:latin typeface="Arial"/>
              </a:rPr>
              <a:t> - what values, and what do they mean here?</a:t>
            </a:r>
          </a:p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Implementation</a:t>
            </a:r>
            <a:r>
              <a:rPr sz="1800" b="0">
                <a:solidFill>
                  <a:srgbClr val="F5F7FA"/>
                </a:solidFill>
                <a:latin typeface="Arial"/>
              </a:rPr>
              <a:t> - translate values into features; resolve conflicts.</a:t>
            </a:r>
          </a:p>
          <a:p>
            <a:pPr algn="l">
              <a:lnSpc>
                <a:spcPct val="116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Verification</a:t>
            </a:r>
            <a:r>
              <a:rPr sz="1800" b="0">
                <a:solidFill>
                  <a:srgbClr val="F5F7FA"/>
                </a:solidFill>
                <a:latin typeface="Arial"/>
              </a:rPr>
              <a:t> - did it work? That is today.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"Assessing whether efforts to integrate values have succeeded." Cyclical - ask at every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1 -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 can't verify a value you haven't defined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value is too abstract to test directly. Define it in operational terms first - say what is concretely true if it is present: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access?  or equal outcome?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Autonomy</a:t>
            </a:r>
            <a:r>
              <a:rPr sz="1900" b="0">
                <a:solidFill>
                  <a:srgbClr val="F5F7FA"/>
                </a:solidFill>
                <a:latin typeface="Arial"/>
              </a:rPr>
              <a:t> = real choices?  no manipulation?  the freedom to leave?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Pick your reading. If you don't, the AI's default definition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2 -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Did it work?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Three ways to ask: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behavior - understanding - affect.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Verify a value three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Action, decision, practice, outcome. Does the design change what people actually do?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 better?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Cognition achieved, augmented, deepened. Does using it deepen understanding of the value or the harm?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Attitude, empathy, preference. Does it shift how people feel or judge?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 adapted from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LENS 1 -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sharpest test. A smart meter that shows live energy use only "works" for sustainability if people </a:t>
            </a:r>
            <a:r>
              <a:rPr sz="1800" b="1">
                <a:solidFill>
                  <a:srgbClr val="00FF41"/>
                </a:solidFill>
                <a:latin typeface="Arial"/>
              </a:rPr>
              <a:t>use less</a:t>
            </a:r>
            <a:r>
              <a:rPr sz="1800" b="0">
                <a:solidFill>
                  <a:srgbClr val="F5F7FA"/>
                </a:solidFill>
                <a:latin typeface="Arial"/>
              </a:rPr>
              <a:t>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Verify how:</a:t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prototype - user study - before/after - A/B two versions - task completion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LENSES 2 &amp; 3 - VERIFY HOW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Understanding &amp;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Test comprehension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 question, knowledge-transfer task. Do they understand the value better after using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Test feeling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Interview, attitude survey (pre/post), diary, empathy map, choice under pressure. Did attitudes actually move?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Not opinion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Record what they DID or what you measured - not "they said they liked it." A hopeful yes is not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STEP 3 - USE A VALIDATED INSTRUMENT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invent the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UEQ - measures UX beyond usability: attractiveness, novelty, stimulation. For delight / trust / craft.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HRI Scale Database (George Mason) - browse validated scales (trust, warmth, competence, safety), rated for quality.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METUX / Self-Determination scales - autonomy, competence, relatedness. For wellbeing &amp; empowerment values.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Vibed Slop Detector (impeccable.style rules) - generic AI "slop" is evidence craft &amp; originality didn't get 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Match the instrument to the value - run the RIGHT one, not all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WHY MEASURE BEYOND USABILITY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"Usable but conventional"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2026 study (Romero et al.) compared AI-generated and human interface prototypes with the UEQ: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Pragmatic quality (usability): </a:t>
            </a:r>
            <a:r>
              <a:rPr sz="1900" b="1">
                <a:solidFill>
                  <a:srgbClr val="00FF41"/>
                </a:solidFill>
                <a:latin typeface="Arial"/>
              </a:rPr>
              <a:t>fine.</a:t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Hedonic quality (novelty, originality): </a:t>
            </a:r>
            <a:r>
              <a:rPr sz="1900" b="1">
                <a:solidFill>
                  <a:srgbClr val="FF4D4D"/>
                </a:solidFill>
                <a:latin typeface="Arial"/>
              </a:rPr>
              <a:t>neutral to negative.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AI makes things usable but generic. Usability alone would miss it - which is why you verify the value, not just the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VERIFICATION FINDS A CONFLICT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Two values collide - name the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design where the clash disappears and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One value is given up for another - say so honestly.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TODAY'S GUEST - ACCESSIBILITY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Accessibility is a value you can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Accessibility runs cleanly through all three lenses: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Behavior</a:t>
            </a:r>
            <a:r>
              <a:rPr sz="1900" b="0">
                <a:solidFill>
                  <a:srgbClr val="F5F7FA"/>
                </a:solidFill>
                <a:latin typeface="Arial"/>
              </a:rPr>
              <a:t> - can a screen-reader user actually complete the task?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Understanding</a:t>
            </a:r>
            <a:r>
              <a:rPr sz="1900" b="0">
                <a:solidFill>
                  <a:srgbClr val="F5F7FA"/>
                </a:solidFill>
                <a:latin typeface="Arial"/>
              </a:rPr>
              <a:t> - are labels, states, and errors legible to everyone?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Affect</a:t>
            </a:r>
            <a:r>
              <a:rPr sz="1900" b="0">
                <a:solidFill>
                  <a:srgbClr val="F5F7FA"/>
                </a:solidFill>
                <a:latin typeface="Arial"/>
              </a:rPr>
              <a:t> - does the design respect the user, or work around them?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Borrow today's guest lecture as a lens - even if your value is something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 - on your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 the value your team claimed - what is concretely true if it is present?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Pick a lens (behavior / understanding / affect) + one validated instrument, and run a small check.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Verdict: does it deliver? For whom? Who is excluded? Then the ONE fix you would make.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Individual - on the group's Project 2 - deliverable = your value-verification report (vibe-report.md)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Verify,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verification framework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User Experience Questionnaire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ueq-online.org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HRI Scale Database - Finding the Perfect Scale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hriscaledatabase.psychology.gmu.edu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METUX / Self-Determination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selfdeterminationtheory.org/metux-scales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Romero et al. 2026 - Usable but Conventional (UEQ-S)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arxiv.org/abs/2605.15124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9087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Rhomberg, Nissenbaum 2026 - Indecent Persuasion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