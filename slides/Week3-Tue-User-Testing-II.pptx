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"does it work?"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reading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MEASURE BEYOND USABILITY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Instruments that make a value legible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UEQ - attractiveness, novelty, stimulation, beyond just "usable".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HRI Scale Database / METUX + SDT scales - trust, autonomy, competence, relatedness.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Vibed Slop Detector - generic AI "slop" as a proxy for missing craft and care.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Match the instrument to your reading of the value - run the right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Pick the reading of your value you actually designed for - it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Choose the lens + instrument that reading demands, and run a quick check.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Team research deck + verification canvas - each person owns a named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