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'Sustainability' teams - check the second word (Trust vs Transparency). Accept + join: classroom.github.com/a/VTWqWkXg. Final Project page (per-team showcase): cornell-tech-vibe-coding-summer-2026.github.io/cornell-tech-vibe-coding-summer-2026-final-project-template/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Protected quiet reading time - keep it silent and individual. Set the exact chapter before class (VAP book is on the Drive). This grounds the operationalize + verify work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FINAL PROJECT STARTS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Commit to your value - then join your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Your team name IS your value. We suggest carrying your Project 2 value through the final - but you can switch, or add a secondary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person accepts on GitHub Classroom and creates the team with that exact name; everyone else JOINS it - no duplicates.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JOIN YOUR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Six teams - named for the value you carry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01  </a:t>
            </a:r>
            <a:r>
              <a:rPr sz="1600" b="1">
                <a:solidFill>
                  <a:srgbClr val="F5F7FA"/>
                </a:solidFill>
                <a:latin typeface="Arial"/>
              </a:rPr>
              <a:t>Security  </a:t>
            </a:r>
            <a:r>
              <a:rPr sz="1400" b="0">
                <a:solidFill>
                  <a:srgbClr val="8A94A6"/>
                </a:solidFill>
                <a:latin typeface="Arial"/>
              </a:rPr>
              <a:t>Isa . Om . Jason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02  </a:t>
            </a:r>
            <a:r>
              <a:rPr sz="1600" b="1">
                <a:solidFill>
                  <a:srgbClr val="F5F7FA"/>
                </a:solidFill>
                <a:latin typeface="Arial"/>
              </a:rPr>
              <a:t>Safety &amp; Autonomy  </a:t>
            </a:r>
            <a:r>
              <a:rPr sz="1400" b="0">
                <a:solidFill>
                  <a:srgbClr val="8A94A6"/>
                </a:solidFill>
                <a:latin typeface="Arial"/>
              </a:rPr>
              <a:t>John . Ajin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03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Trust  </a:t>
            </a:r>
            <a:r>
              <a:rPr sz="1400" b="0">
                <a:solidFill>
                  <a:srgbClr val="8A94A6"/>
                </a:solidFill>
                <a:latin typeface="Arial"/>
              </a:rPr>
              <a:t>Emily . Kylie . 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68880"/>
            <a:ext cx="53949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04  </a:t>
            </a:r>
            <a:r>
              <a:rPr sz="1600" b="1">
                <a:solidFill>
                  <a:srgbClr val="F5F7FA"/>
                </a:solidFill>
                <a:latin typeface="Arial"/>
              </a:rPr>
              <a:t>Care &amp; Wellbeing  </a:t>
            </a:r>
            <a:r>
              <a:rPr sz="1400" b="0">
                <a:solidFill>
                  <a:srgbClr val="8A94A6"/>
                </a:solidFill>
                <a:latin typeface="Arial"/>
              </a:rPr>
              <a:t>Elaine . Winnie . Vienna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05  </a:t>
            </a:r>
            <a:r>
              <a:rPr sz="1600" b="1">
                <a:solidFill>
                  <a:srgbClr val="F5F7FA"/>
                </a:solidFill>
                <a:latin typeface="Arial"/>
              </a:rPr>
              <a:t>Productivity  </a:t>
            </a:r>
            <a:r>
              <a:rPr sz="1400" b="0">
                <a:solidFill>
                  <a:srgbClr val="8A94A6"/>
                </a:solidFill>
                <a:latin typeface="Arial"/>
              </a:rPr>
              <a:t>Liam . Justin . Sebastien</a:t>
            </a:r>
          </a:p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06  </a:t>
            </a:r>
            <a:r>
              <a:rPr sz="1600" b="1">
                <a:solidFill>
                  <a:srgbClr val="F5F7FA"/>
                </a:solidFill>
                <a:latin typeface="Arial"/>
              </a:rPr>
              <a:t>Sustainability &amp; Transparency  </a:t>
            </a:r>
            <a:r>
              <a:rPr sz="1400" b="0">
                <a:solidFill>
                  <a:srgbClr val="8A94A6"/>
                </a:solidFill>
                <a:latin typeface="Arial"/>
              </a:rPr>
              <a:t>Evan . Derin . Magnes . 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QUIET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20 minutes - read it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Phones away. No talking. This is protected, individual reading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WHILE YOU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Read it - then we build the framework on top of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5F7FA"/>
                </a:solidFill>
                <a:latin typeface="Arial"/>
              </a:rPr>
              <a:t>Read: </a:t>
            </a:r>
            <a:r>
              <a:rPr sz="2200" b="1">
                <a:solidFill>
                  <a:srgbClr val="00FF41"/>
                </a:solidFill>
                <a:latin typeface="Arial"/>
              </a:rPr>
              <a:t>[ Values at Play - the chapter your instructor assigns ]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Mark TWO things in the margin as you go: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1.  where the author turns an abstract value into something concrete (operationalizes it)</a:t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2.  one line that fits YOUR Project 2 value - or that you disagree with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5A6474"/>
                </a:solidFill>
                <a:latin typeface="Arial"/>
              </a:rPr>
              <a:t>Then 3 minutes: share one margin note with the person next 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