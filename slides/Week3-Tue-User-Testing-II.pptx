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from Week 2 Monday's teaser — now we go deeper on Discovery and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session's spine: VAP translated into the vibe-coding workflow. Writing value-centered prompts BEFORE running them is Discovery→Implementation made checkable; the log shows whether you stuck to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VAP Discovery heuristic (Ch. 5). Trace each source to the values it carries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Hauke's own PiTech case (YAI). Real example of a genuine value conflict — sets up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van de Poel / VAP. The goal is to reach for Dissolve first, and to make Trade-offs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real PiTech resolutions from the VAP deck — one per strategy. Vivid, and each maps to a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1, in planning.md BEFORE anyone prompts: the three answers, plus the verbatim value-centered prompts the team intends to run for today's iteration. A template is provided in week3/7_28/.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2: implementation + the reality check. Peer value-test rotation (round 2, after Monday's usability round).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3: verification against the written plan — the plan makes the gap measurable, which is the whole reason planning.md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VAP deck's 'most critical finding'. Gives the session intellectual honesty and connects straight to the peer-testing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·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User Testing II: Does It Do the Right Thing?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Values at Play — the ethics of what you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SECOND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Usable ≠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 dark pattern can be beautifully usable. “Does it work?” and “does it do the right thing?” are different questions.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Today we test the second one — with a framework: </a:t>
            </a:r>
            <a:r>
              <a:rPr sz="2000" b="1">
                <a:solidFill>
                  <a:srgbClr val="00FF41"/>
                </a:solidFill>
                <a:latin typeface="Arial"/>
              </a:rPr>
              <a:t>Values at Play</a:t>
            </a:r>
            <a:r>
              <a:rPr sz="2000" b="0">
                <a:solidFill>
                  <a:srgbClr val="F5F7FA"/>
                </a:solidFill>
                <a:latin typeface="Arial"/>
              </a:rPr>
              <a:t> (Flanagan &amp; Nissenbaum).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Values at Play — three moves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01 ·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values?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the values at play; define them in concrete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02 · 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Build them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Turn values into features; resolve the clashes.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03 ·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Did it work?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Check whether the built thing delivers the value.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TODAY, VIBE-CODED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The three moves become Plan → Run →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planning.md, before you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Name the value, who it's for, how you'd know — and write the exact prompts you'll run. Verbatim. Before running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Prompts + a real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Execute your planned prompts unchanged, then let another team test whether the value survives contact with a 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Claim vs. reality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the biggest gap between planning.md and what testers experienced. Close it with one commit.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·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do values come from? Look at the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it’s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system’s explicit purpose, mission, and promise.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Who’s involved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Users, creators, funders — and affected parties who never touch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6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8726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3046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6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material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6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What the tech makes easy or hard — screen, sensors,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049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049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369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369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world around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369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Norms, culture, law, and standards it inherits.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· DEFINE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Make abstract values concrete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 value you can’t define, you can’t test. Turn it into operational terms: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Privacy</a:t>
            </a:r>
            <a:r>
              <a:rPr sz="2000" b="0">
                <a:solidFill>
                  <a:srgbClr val="F5F7FA"/>
                </a:solidFill>
                <a:latin typeface="Arial"/>
              </a:rPr>
              <a:t> → control · secrecy · contextual integrity.    </a:t>
            </a:r>
            <a:r>
              <a:rPr sz="2000" b="1">
                <a:solidFill>
                  <a:srgbClr val="00FF41"/>
                </a:solidFill>
                <a:latin typeface="Arial"/>
              </a:rPr>
              <a:t>Fairness</a:t>
            </a:r>
            <a:r>
              <a:rPr sz="2000" b="0">
                <a:solidFill>
                  <a:srgbClr val="F5F7FA"/>
                </a:solidFill>
                <a:latin typeface="Arial"/>
              </a:rPr>
              <a:t> → equal access.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Accessibility</a:t>
            </a:r>
            <a:r>
              <a:rPr sz="2000" b="0">
                <a:solidFill>
                  <a:srgbClr val="F5F7FA"/>
                </a:solidFill>
                <a:latin typeface="Arial"/>
              </a:rPr>
              <a:t> → perceivable · operable for every body.   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 → act for your own reasons.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· YOUR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Discovery on a vibe-coded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5F7FA"/>
                </a:solidFill>
                <a:latin typeface="Arial"/>
              </a:rPr>
              <a:t>An accessible event sign-up form.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Sources → values: the </a:t>
            </a:r>
            <a:r>
              <a:rPr sz="2000" b="1">
                <a:solidFill>
                  <a:srgbClr val="00FF41"/>
                </a:solidFill>
                <a:latin typeface="Arial"/>
              </a:rPr>
              <a:t>purpose</a:t>
            </a:r>
            <a:r>
              <a:rPr sz="2000" b="0">
                <a:solidFill>
                  <a:srgbClr val="F5F7FA"/>
                </a:solidFill>
                <a:latin typeface="Arial"/>
              </a:rPr>
              <a:t> (let anyone RSVP) → access; the </a:t>
            </a:r>
            <a:r>
              <a:rPr sz="2000" b="1">
                <a:solidFill>
                  <a:srgbClr val="00FF41"/>
                </a:solidFill>
                <a:latin typeface="Arial"/>
              </a:rPr>
              <a:t>actors</a:t>
            </a:r>
            <a:r>
              <a:rPr sz="2000" b="0">
                <a:solidFill>
                  <a:srgbClr val="F5F7FA"/>
                </a:solidFill>
                <a:latin typeface="Arial"/>
              </a:rPr>
              <a:t> (screen-reader users) → dignity; the </a:t>
            </a:r>
            <a:r>
              <a:rPr sz="2000" b="1">
                <a:solidFill>
                  <a:srgbClr val="00FF41"/>
                </a:solidFill>
                <a:latin typeface="Arial"/>
              </a:rPr>
              <a:t>context</a:t>
            </a:r>
            <a:r>
              <a:rPr sz="2000" b="0">
                <a:solidFill>
                  <a:srgbClr val="F5F7FA"/>
                </a:solidFill>
                <a:latin typeface="Arial"/>
              </a:rPr>
              <a:t> (you collect names) → privacy.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· REAL WORLD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Discovery on a real system (YAI)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 computer-vision tool that watches for seizures for people with disabilities.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Values in tension: </a:t>
            </a:r>
            <a:r>
              <a:rPr sz="2000" b="1">
                <a:solidFill>
                  <a:srgbClr val="00FF41"/>
                </a:solidFill>
                <a:latin typeface="Arial"/>
              </a:rPr>
              <a:t>safety</a:t>
            </a:r>
            <a:r>
              <a:rPr sz="2000" b="0">
                <a:solidFill>
                  <a:srgbClr val="F5F7FA"/>
                </a:solidFill>
                <a:latin typeface="Arial"/>
              </a:rPr>
              <a:t> (catch the seizure) vs. </a:t>
            </a:r>
            <a:r>
              <a:rPr sz="2000" b="1">
                <a:solidFill>
                  <a:srgbClr val="00FF41"/>
                </a:solidFill>
                <a:latin typeface="Arial"/>
              </a:rPr>
              <a:t>privacy &amp; dignity</a:t>
            </a:r>
            <a:r>
              <a:rPr sz="2000" b="0">
                <a:solidFill>
                  <a:srgbClr val="F5F7FA"/>
                </a:solidFill>
                <a:latin typeface="Arial"/>
              </a:rPr>
              <a:t> (a camera always watching a person in their home).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Translate values into 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Discovery names the values. Implementation puts them into features, architecture, and lines of code — and forces the hard part: </a:t>
            </a:r>
            <a:r>
              <a:rPr sz="2200" b="1">
                <a:solidFill>
                  <a:srgbClr val="00FF41"/>
                </a:solidFill>
                <a:latin typeface="Arial"/>
              </a:rPr>
              <a:t>what happens when two values collide?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 CONFLICTS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Three ways to resolve a clash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Both, fully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Redesign so the conflict disappears — no one loses.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Both, partly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value, but in less than full measure.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One over another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Sacrifice one value for another — and name the cost.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WORKED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conflict, three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Dissolve — YAI</a:t>
            </a:r>
            <a:r>
              <a:rPr sz="1800" b="0">
                <a:solidFill>
                  <a:srgbClr val="F5F7FA"/>
                </a:solidFill>
                <a:latin typeface="Arial"/>
              </a:rPr>
              <a:t>: run pose detection on optically blurred images + a rotating blocker that makes the camera’s state legible. Privacy AND function.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Compromise — CFS</a:t>
            </a:r>
            <a:r>
              <a:rPr sz="1800" b="0">
                <a:solidFill>
                  <a:srgbClr val="F5F7FA"/>
                </a:solidFill>
                <a:latin typeface="Arial"/>
              </a:rPr>
              <a:t>: use sensors instead of cameras, and alert the resident first. “As safety expands, dignity expands too.”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Trade-off — JustFix</a:t>
            </a:r>
            <a:r>
              <a:rPr sz="1800" b="0">
                <a:solidFill>
                  <a:srgbClr val="F5F7FA"/>
                </a:solidFill>
                <a:latin typeface="Arial"/>
              </a:rPr>
              <a:t>: keep the AI but change the use case — from legal advice (hallucination = harm) to emotional support (lower-risk). Cost named.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Did the value actually land?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Two checks, borrowed from software testing: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Did we build the </a:t>
            </a:r>
            <a:r>
              <a:rPr sz="2000" b="1">
                <a:solidFill>
                  <a:srgbClr val="00FF41"/>
                </a:solidFill>
                <a:latin typeface="Arial"/>
              </a:rPr>
              <a:t>right thing</a:t>
            </a:r>
            <a:r>
              <a:rPr sz="2000" b="0">
                <a:solidFill>
                  <a:srgbClr val="F5F7FA"/>
                </a:solidFill>
                <a:latin typeface="Arial"/>
              </a:rPr>
              <a:t>? — are the discovered values really in the system?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Did we build it </a:t>
            </a:r>
            <a:r>
              <a:rPr sz="2000" b="1">
                <a:solidFill>
                  <a:srgbClr val="00FF41"/>
                </a:solidFill>
                <a:latin typeface="Arial"/>
              </a:rPr>
              <a:t>right</a:t>
            </a:r>
            <a:r>
              <a:rPr sz="2000" b="0">
                <a:solidFill>
                  <a:srgbClr val="F5F7FA"/>
                </a:solidFill>
                <a:latin typeface="Arial"/>
              </a:rPr>
              <a:t>? — do real people, in real contexts, experience the value?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·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planning.md — the 3-question values check + your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What value does it claim?  </a:t>
            </a:r>
            <a:r>
              <a:rPr sz="1400" b="0">
                <a:solidFill>
                  <a:srgbClr val="8A94A6"/>
                </a:solidFill>
                <a:latin typeface="Arial"/>
              </a:rPr>
              <a:t>the value the team says the project serves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Who’s it for — who’s left out?  </a:t>
            </a:r>
            <a:r>
              <a:rPr sz="1400" b="0">
                <a:solidFill>
                  <a:srgbClr val="8A94A6"/>
                </a:solidFill>
                <a:latin typeface="Arial"/>
              </a:rPr>
              <a:t>who it serves, and who it could exclude or harm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How would you know?  </a:t>
            </a:r>
            <a:r>
              <a:rPr sz="1400" b="0">
                <a:solidFill>
                  <a:srgbClr val="8A94A6"/>
                </a:solidFill>
                <a:latin typeface="Arial"/>
              </a:rPr>
              <a:t>the observable tell that the value is being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· 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Execute the plan, then test the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Run your planned prompts unchanged — the auto-log will show whether you drifted.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Swap projects with another team — they run YOUR 3-question check as real users.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Testers: does the tool move you toward the value? Did it feel on your side? Who's excluded?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Name the values tension you find; suggest a dissolve / compromise / trade-off.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·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Close the claim-vs-reality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Compare what testers experienced against your planning.md — where's the biggest gap?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Where did the AI's defaults bend your value while you weren't looking?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Close the biggest gap with one commit. Link it in your report.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Reading: Values at Play, Ch. 5 (Discovery).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 HONEST CAUTION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VAP runs in your head — so bring real people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The framework’s blind spot: reflection and specification both happen in the designer’s mind. But the people affected — your users — aren’t in that loop.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So pair VAP with real testing. Be a </a:t>
            </a:r>
            <a:r>
              <a:rPr sz="2000" b="1">
                <a:solidFill>
                  <a:srgbClr val="00FF41"/>
                </a:solidFill>
                <a:latin typeface="Arial"/>
              </a:rPr>
              <a:t>value mediator</a:t>
            </a:r>
            <a:r>
              <a:rPr sz="2000" b="0">
                <a:solidFill>
                  <a:srgbClr val="F5F7FA"/>
                </a:solidFill>
                <a:latin typeface="Arial"/>
              </a:rPr>
              <a:t> — surface the values your users hold — not just a value selector.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