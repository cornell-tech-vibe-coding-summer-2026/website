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teaching beat. Same word, three readings, three completely different studies. Ask the room which reading their Project 2 designed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step that stops students inventing a metric that measures nothing. Never invent a citation - real sources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activity on the shared Project 2. One FigJam board per team; each student writes their own vibe-report reflection. Output feeds Wednesday's final-project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 Verification: Does the Design Actually Change Anything?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Monday closed a cycle. Today opens the next 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Usable is not the same 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Yesterday </a:t>
            </a:r>
            <a:r>
              <a:rPr sz="2100" b="1">
                <a:solidFill>
                  <a:srgbClr val="00FF41"/>
                </a:solidFill>
                <a:latin typeface="Arial"/>
              </a:rPr>
              <a:t>closed</a:t>
            </a:r>
            <a:r>
              <a:rPr sz="2100" b="0">
                <a:solidFill>
                  <a:srgbClr val="F5F7FA"/>
                </a:solidFill>
                <a:latin typeface="Arial"/>
              </a:rPr>
              <a:t> a cycle: usability testing found the nitty-gritty to fix. Today </a:t>
            </a:r>
            <a:r>
              <a:rPr sz="2100" b="1">
                <a:solidFill>
                  <a:srgbClr val="00FF41"/>
                </a:solidFill>
                <a:latin typeface="Arial"/>
              </a:rPr>
              <a:t>opens</a:t>
            </a:r>
            <a:r>
              <a:rPr sz="2100" b="0">
                <a:solidFill>
                  <a:srgbClr val="F5F7FA"/>
                </a:solidFill>
                <a:latin typeface="Arial"/>
              </a:rPr>
              <a:t> the next one.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Not "can they use it?" but </a:t>
            </a:r>
            <a:r>
              <a:rPr sz="2100" b="1">
                <a:solidFill>
                  <a:srgbClr val="00FF41"/>
                </a:solidFill>
                <a:latin typeface="Arial"/>
              </a:rPr>
              <a:t>does this design actually produce the value change we claimed?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The honest answer is often no - or not the way we assumed. That is exactly when you start considering other designs.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Discovery</a:t>
            </a:r>
            <a:r>
              <a:rPr sz="1800" b="0">
                <a:solidFill>
                  <a:srgbClr val="F5F7FA"/>
                </a:solidFill>
                <a:latin typeface="Arial"/>
              </a:rPr>
              <a:t> - what values, and what do they mean here?</a:t>
            </a:r>
          </a:p>
          <a:p>
            <a:pPr algn="l">
              <a:lnSpc>
                <a:spcPct val="116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Implementation</a:t>
            </a:r>
            <a:r>
              <a:rPr sz="1800" b="0">
                <a:solidFill>
                  <a:srgbClr val="F5F7FA"/>
                </a:solidFill>
                <a:latin typeface="Arial"/>
              </a:rPr>
              <a:t> - translate values into features; resolve conflicts.</a:t>
            </a:r>
          </a:p>
          <a:p>
            <a:pPr algn="l">
              <a:lnSpc>
                <a:spcPct val="116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Verification</a:t>
            </a:r>
            <a:r>
              <a:rPr sz="1800" b="0">
                <a:solidFill>
                  <a:srgbClr val="F5F7FA"/>
                </a:solidFill>
                <a:latin typeface="Arial"/>
              </a:rPr>
              <a:t> - did it work? That is today.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Cyclical - verification is not the end. It feeds the next Discovery.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can't verify a value you haven't defined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value is too abstract to test directly. Define it in operational terms first - say what is concretely true if it is present.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And here is the part that decides your whole study: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400" b="1">
                <a:solidFill>
                  <a:srgbClr val="00FF41"/>
                </a:solidFill>
                <a:latin typeface="Arial"/>
              </a:rPr>
              <a:t>how you read the value determines how you verify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CORE 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Same value. Three readings. Three different studies.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PRIVACY AS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Can they work the settings?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Verify with a usability study - can users actually find and operate the privacy controls?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PRIVACY AS 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 protections hold?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Verify with adversarial / safety testing of the privacy features themselves.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AS CONTEXTUAL INTEGRITY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 flows fit the context?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Trace the information flows - is each one appropriate to where it actually goes?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Which reading did you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actually design for?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...and was it just the easiest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A menu for choosing your method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Action, decision, practice, outcome. 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 better?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Cognition achieved, augmented, deepened. 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Attitude, empathy, preference. 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Not every lens fits every value - your reading decides which one matters. Lenses adapted from Values at Play (VAP course, Engelmann &amp; Nissenbaum, Cornell Tech)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that shows live energy use only "works" for sustainability if people </a:t>
            </a:r>
            <a:r>
              <a:rPr sz="1800" b="1">
                <a:solidFill>
                  <a:srgbClr val="00FF41"/>
                </a:solidFill>
                <a:latin typeface="Arial"/>
              </a:rPr>
              <a:t>use less</a:t>
            </a:r>
            <a:r>
              <a:rPr sz="1800" b="0">
                <a:solidFill>
                  <a:srgbClr val="F5F7FA"/>
                </a:solidFill>
                <a:latin typeface="Arial"/>
              </a:rPr>
              <a:t>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Verify how:</a:t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prototype - user study - before/after - A/B two versions - task completion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2 - RESEARCH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Find out what has already been tried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Someone has tried to move this value before. Find out how it went - BEFORE you invent a metric.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Google Scholar (and its AI search): how have others defined and MEASURED this value?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What interventions actually produced positive value change - and which ones FAILED?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Figma's design-research library: how to actually run the method you picked.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Bring back 2-3 real sources -&gt; one instrument or task you can borrow, one failure mode to avoid.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3 - USE A VALIDATED INSTRUMENT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Don't invent the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UEQ - UX beyond usability: attractiveness, novelty, stimulation. For delight / trust / craft.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HRI Scale Database (George Mason) - validated scales (trust, warmth, competence), rated for quality.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METUX / Self-Determination scales - autonomy, competence, relatedness. For wellbeing values.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Vibed Slop Detector (impeccable.style rules) - generic AI "slop" is evidence craft didn't get in.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Match the instrument to your reading - run the RIGHT one, well.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WHY MEASURE BEYOND USABILITY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"Usable but conventional"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2026 study (Romero et al.) compared AI-generated and human interface prototypes with the UEQ: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Pragmatic quality (usability): </a:t>
            </a:r>
            <a:r>
              <a:rPr sz="1900" b="1">
                <a:solidFill>
                  <a:srgbClr val="00FF41"/>
                </a:solidFill>
                <a:latin typeface="Arial"/>
              </a:rPr>
              <a:t>fine.</a:t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Hedonic quality (novelty, originality): </a:t>
            </a:r>
            <a:r>
              <a:rPr sz="1900" b="1">
                <a:solidFill>
                  <a:srgbClr val="FF4D4D"/>
                </a:solidFill>
                <a:latin typeface="Arial"/>
              </a:rPr>
              <a:t>neutral to negative.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AI makes things usable but generic. Usability alone would miss it - which is why you verify the value, not just the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COLLIDE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honestly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design where the clash disappears and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One value is given up for another -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4 - OPEN THE NEXT 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Verification is a beginning, not a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If the design does not produce the value change, that is not a failure - it is your next design brief.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Monday</a:t>
            </a:r>
            <a:r>
              <a:rPr sz="1900" b="0">
                <a:solidFill>
                  <a:srgbClr val="F5F7FA"/>
                </a:solidFill>
                <a:latin typeface="Arial"/>
              </a:rPr>
              <a:t> closed the Project 2 cycle - the nitty-gritty to fix.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Today</a:t>
            </a:r>
            <a:r>
              <a:rPr sz="1900" b="0">
                <a:solidFill>
                  <a:srgbClr val="F5F7FA"/>
                </a:solidFill>
                <a:latin typeface="Arial"/>
              </a:rPr>
              <a:t> opens the next - what OTHER design could achieve this value?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Wed + Thu</a:t>
            </a:r>
            <a:r>
              <a:rPr sz="1900" b="0">
                <a:solidFill>
                  <a:srgbClr val="F5F7FA"/>
                </a:solidFill>
                <a:latin typeface="Arial"/>
              </a:rPr>
              <a:t> are that iteration - same value, better design.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 keep your value all the way to the end of the summer school. Change the design, not the commitment.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TODAY'S GUEST - ACCESSIBILITY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Accessibility is a value you can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Accessibility runs cleanly through all three lenses - and shows how a value becomes concrete, testable requirements: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Behavior</a:t>
            </a:r>
            <a:r>
              <a:rPr sz="1900" b="0">
                <a:solidFill>
                  <a:srgbClr val="F5F7FA"/>
                </a:solidFill>
                <a:latin typeface="Arial"/>
              </a:rPr>
              <a:t> - can a screen-reader user actually complete the task?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Understanding</a:t>
            </a:r>
            <a:r>
              <a:rPr sz="1900" b="0">
                <a:solidFill>
                  <a:srgbClr val="F5F7FA"/>
                </a:solidFill>
                <a:latin typeface="Arial"/>
              </a:rPr>
              <a:t> - are labels, states, and errors legible to everyone?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Affect</a:t>
            </a:r>
            <a:r>
              <a:rPr sz="1900" b="0">
                <a:solidFill>
                  <a:srgbClr val="F5F7FA"/>
                </a:solidFill>
                <a:latin typeface="Arial"/>
              </a:rPr>
              <a:t> - does the design respect the user, or work around them?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Borrow today's guest lecture as a lens - even if your value is something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 -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Which reading did you actually design for? List 3+ readings, pick the one you built.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Research it: what has been tried, what worked, what FAILED. Bring 2-3 real sources.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Run the check your reading demands - capture what you observed, not what you hoped.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Then: what OTHER design could achieve the value, and what should the next cycle discover?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Team board + everyone writes their own reflection - you carry this value into the final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Verify,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verification framework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Google Scholar (+ AI search) - find what has been tried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scholar.google.com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Figma - design research methods library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figma.com/resource-library/design-research/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User Experience Questionnaire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ueq-online.org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HRI Scale Database - Finding the Perfect Scale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hriscaledatabase.psychology.gmu.edu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METUX / Self-Determination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selfdeterminationtheory.org/metux-scales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9087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9320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Romero et al. 2026 - Usable but Conventional (UEQ-S)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arxiv.org/abs/2605.15124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