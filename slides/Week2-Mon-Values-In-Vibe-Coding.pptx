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Winner's 'technological somnambulism' (sleepwalking): we build fast and discover values after the fact. Adapted from the VAP deck. Good opener for the embedded-values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from the VAP deck (Flanagan &amp; Nissenbaum).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Flanagan &amp; Nissenbaum framing from the VAP deck. Values at Play is the provided course textbook.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7/20 'lightweight discussion' beat from the syllabus — what values get embedded in the tools we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 teaser only — plants VAP so Project 2 has vocabulary and Week 3 (7/28) can go deep with the Discovery reading. Do NOT run the full canvas workshop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syllabus/repo 7_20. Optional precedent: Hauke's protein-suffering calculator. Reading: 'The Values Map' (Common Cause).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2 ·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Values in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Ethics — Doing the right thing   ·   Guest: Ria Gualano (accessible technology)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280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00FF41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9784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What politics settles in its institutions, technology settles in arrangements of wires and semiconductors — and, we may add, lines of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2976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— Langdon Winner (with a nod to Lessig)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937760"/>
            <a:ext cx="9784080" cy="914400"/>
          </a:xfrm>
          <a:prstGeom prst="roundRect">
            <a:avLst/>
          </a:prstGeom>
          <a:solidFill>
            <a:srgbClr val="151B26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074920"/>
            <a:ext cx="9235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5F7FA"/>
                </a:solidFill>
                <a:latin typeface="Arial"/>
              </a:rPr>
              <a:t>Every app you vibe-code takes a side. Which values are you building in — on purpose, or by default?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What is a value?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5F7FA"/>
                </a:solidFill>
                <a:latin typeface="Arial"/>
              </a:rPr>
              <a:t>Values are properties of things — and states of affairs — that we care about and strive to attain.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Privacy. Fairness. Safety. Access. Dignity. Autonomy. Sustainability. Honesty. They’re the things we don’t want to compromise — even when the tool says we 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Two families of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5272887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272887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7242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ETHICAL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72424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How we treat each 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24247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kindness · honesty · safety · autonomy · privacy · dignity · well-being · responsibility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468880"/>
            <a:ext cx="5272887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468880"/>
            <a:ext cx="5272887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788920"/>
            <a:ext cx="47242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POLITICAL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3246120"/>
            <a:ext cx="472424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Arrangements of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114800"/>
            <a:ext cx="4724247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justice · equality · accountability · democracy · access · liberty · transparency ·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CONSCIENTIOUS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It’s our job to build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Conscientious designers consider values when they design and build systems.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It’s our responsibility both to </a:t>
            </a:r>
            <a:r>
              <a:rPr sz="2000" b="1">
                <a:solidFill>
                  <a:srgbClr val="00FF41"/>
                </a:solidFill>
                <a:latin typeface="Arial"/>
              </a:rPr>
              <a:t>reflect</a:t>
            </a:r>
            <a:r>
              <a:rPr sz="2000" b="0">
                <a:solidFill>
                  <a:srgbClr val="F5F7FA"/>
                </a:solidFill>
                <a:latin typeface="Arial"/>
              </a:rPr>
              <a:t> on the values already expressed in technology, and to </a:t>
            </a:r>
            <a:r>
              <a:rPr sz="2000" b="1">
                <a:solidFill>
                  <a:srgbClr val="00FF41"/>
                </a:solidFill>
                <a:latin typeface="Arial"/>
              </a:rPr>
              <a:t>design</a:t>
            </a:r>
            <a:r>
              <a:rPr sz="2000" b="0">
                <a:solidFill>
                  <a:srgbClr val="F5F7FA"/>
                </a:solidFill>
                <a:latin typeface="Arial"/>
              </a:rPr>
              <a:t> according to the values we cherish.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— Flanagan &amp; Nissenbaum, Values at 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BRING IT HOME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Your vibe-coding tools embed values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Every tool pushes some values: speed, scale, engagement, efficiency, frugality, autonomy, sustainability…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Which values does the tool you use push on </a:t>
            </a:r>
            <a:r>
              <a:rPr sz="2000" b="1">
                <a:solidFill>
                  <a:srgbClr val="00FF41"/>
                </a:solidFill>
                <a:latin typeface="Arial"/>
              </a:rPr>
              <a:t>you</a:t>
            </a:r>
            <a:r>
              <a:rPr sz="2000" b="0">
                <a:solidFill>
                  <a:srgbClr val="F5F7FA"/>
                </a:solidFill>
                <a:latin typeface="Arial"/>
              </a:rPr>
              <a:t>? What does it make easy — and what does it quietly make hard?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Values hide in the defaults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Remember Week 1: “make it professional” defaulted to blue, corporate, US-style. That default was a </a:t>
            </a:r>
            <a:r>
              <a:rPr sz="2200" b="1">
                <a:solidFill>
                  <a:srgbClr val="00FF41"/>
                </a:solidFill>
                <a:latin typeface="Arial"/>
              </a:rPr>
              <a:t>values choice</a:t>
            </a:r>
            <a:r>
              <a:rPr sz="2200" b="0">
                <a:solidFill>
                  <a:srgbClr val="F5F7FA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When you don’t specify, the tool decides whose values win. Naming a value is how you take that decision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 PEEK AHEAD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One framework, three moves — Values at 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01 ·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What values?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Find the values at play and define them in concrete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02 ·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Build them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Turn values into features; resolve clashes (dissolve / compromise / trade-off).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03 ·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Did it work?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Check whether the built thing actually delivers the value. We go deep in Week 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AI as Moral Assistant — Footprint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Use AI to help yourself act more ethically.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Vibe-code a personal calculator: feed in your last week of AI use (tokens / requests).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Translate it into CO₂, energy, and water — using validated data sources (cite them!).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Compare it to your meals over the same week (e.g. tofu vs. beef).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Deliverable: hosted calculator + a reflection on what changed once the numbers were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WHAT’S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Start noticing your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Thursday you’ll build </a:t>
            </a:r>
            <a:r>
              <a:rPr sz="2200" b="1">
                <a:solidFill>
                  <a:srgbClr val="00FF41"/>
                </a:solidFill>
                <a:latin typeface="Arial"/>
              </a:rPr>
              <a:t>for a human value</a:t>
            </a:r>
            <a:r>
              <a:rPr sz="2200" b="0">
                <a:solidFill>
                  <a:srgbClr val="F5F7FA"/>
                </a:solidFill>
                <a:latin typeface="Arial"/>
              </a:rPr>
              <a:t> (Project 2).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This week, watch for the one you actually care about — privacy, accessibility, sustainability, fairness, dignity, autonomy — and how a small app could serve it.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5A6474"/>
                </a:solidFill>
                <a:latin typeface="Arial"/>
              </a:rPr>
              <a:t>Reading: The Values Map (Common Cause) · Textbook: Values at Play (provided).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