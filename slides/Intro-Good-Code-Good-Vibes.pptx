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Emphasize the deadline: everything is due the next morning, and the site must actually be deployed — we'll pull up a handful of live pages the next day and review them with the whole 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Setup mirrors the current 7_13 activity. Jonathan may have tweaked the live version — reconcile with his slide if 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Links go to Hauke's and Jonathan's hosted, vibe-coded 'About Me' pages (the 7/13 example). Real sites: haukesandhaus.de · jonathansegal.io.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Colophon link deep-links to the disclosure on the showcase site (lite notepad).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Hauke's framing: learning outcome = using AI for coding artifacts ethically + effectively (good collaboration); limitation = assumes individual designers are still in power, and takes vibe coding as given rather than critiquing the practice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vibe-coding-ethics.tech.cornell.edu/week1/7_13/examples/activity1_basic-example/code_deliverable/" TargetMode="External"/><Relationship Id="rId3" Type="http://schemas.openxmlformats.org/officeDocument/2006/relationships/hyperlink" Target="https://vibe-coding-ethics.tech.cornell.edu/week1/7_13/examples/activity1-jonathan/code_deliverable/" TargetMode="External"/><Relationship Id="rId4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ornell-tech-vibe-coding-summer-2026.github.io/website/?lite#notepad" TargetMode="External"/><Relationship Id="rId3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5400" b="1">
                <a:solidFill>
                  <a:srgbClr val="F5F7FA"/>
                </a:solidFill>
                <a:latin typeface="Arial"/>
              </a:rPr>
              <a:t>Good Code, Good Vibes:</a:t>
            </a:r>
          </a:p>
          <a:p>
            <a:pPr algn="l">
              <a:lnSpc>
                <a:spcPct val="102000"/>
              </a:lnSpc>
            </a:pPr>
            <a:r>
              <a:rPr sz="5400" b="1">
                <a:solidFill>
                  <a:srgbClr val="00FF41"/>
                </a:solidFill>
                <a:latin typeface="Arial"/>
              </a:rPr>
              <a:t>Building Ethical Apps with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41148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8A94A6"/>
                </a:solidFill>
                <a:latin typeface="Arial"/>
              </a:rPr>
              <a:t>An introduction to ethical vibe coding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7091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474"/>
                </a:solidFill>
                <a:latin typeface="Courier New"/>
              </a:rPr>
              <a:t>TECHIE 1121 · CORNELL TECH · SUMMER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AGENDA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Three weeks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WEEK 1 · GAINING CONTROL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Vibe Coding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What is vibe coding · prompt engineering · bias in vibe coding · Project 1.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3498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WEEK 2 · DOING THE RIGHT THING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Ethics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3498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Values · AI safety &amp; red-teaming · AI-against-AI · Project 2.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8276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8276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2596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WEEK 3 · USEFUL &amp; EMPOWERING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2596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Outcomes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2596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Usability testing · values testing · final project &amp; presentations.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HOW IT WORKS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The rhythm — and what you hand 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Mon–Thu for three weeks (Jul 13–30).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Each week: three hands-on activity days + a Thursday group-project day.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Keep a Vibe-Trace — your AI prompts are logged as you build. It’s graded.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Repo-only: your GitHub repo is your submission, and it deploys to a live page.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Deadline: activities and projects are due the next morning — pushed and deployed live.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Next day we open a few of your deployed sites and walk through them together in class.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Three group projects build toward a final that helps someone outside the class.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GET SET UP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Before we start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Sign up for GitHub, then join the Student Developer Pack — free GitHub Copilot (13+).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Accept the course GitHub Classroom assignment — that becomes your repo.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Open it in VS Code (Copilot extension) or a Codespace, and turn on agent mode.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Under 18? Use Copilot. Claude Code and Cursor are 18+ — the repo works with all of them.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MEET YOUR INSTRUCTORS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Who’s teaching this — and eating our own cooking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5212080" cy="29260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5212080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19" y="2788920"/>
            <a:ext cx="4572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5F7FA"/>
                </a:solidFill>
                <a:latin typeface="Arial"/>
              </a:rPr>
              <a:t>Hauke Sandhaus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19" y="3429000"/>
            <a:ext cx="457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8A94A6"/>
                </a:solidFill>
                <a:latin typeface="Arial"/>
              </a:rPr>
              <a:t>Ethics &amp; design researcher, Cornell Tech.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47091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0FF41"/>
                </a:solidFill>
                <a:latin typeface="Courier New"/>
                <a:hlinkClick r:id="rId2"/>
              </a:rPr>
              <a:t>▶  their vibe-coded “about me” page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36792" y="2468880"/>
            <a:ext cx="5212080" cy="29260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36792" y="2468880"/>
            <a:ext cx="5212080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56831" y="2788920"/>
            <a:ext cx="4572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5F7FA"/>
                </a:solidFill>
                <a:latin typeface="Arial"/>
              </a:rPr>
              <a:t>Jonathan Segal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56831" y="3429000"/>
            <a:ext cx="457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8A94A6"/>
                </a:solidFill>
                <a:latin typeface="Arial"/>
              </a:rPr>
              <a:t>PhD researcher, Cornell Tech — AR/XR for healthcare &amp; EMS.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1" y="47091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0FF41"/>
                </a:solidFill>
                <a:latin typeface="Courier New"/>
                <a:hlinkClick r:id="rId3"/>
              </a:rPr>
              <a:t>▶  their vibe-coded “about me” page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56692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474"/>
                </a:solidFill>
                <a:latin typeface="Arial"/>
              </a:rPr>
              <a:t>With Wendy Ju (faculty). These pages are our own Week-1 activity — your inspiration to steal from.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LEARNING OUTCOME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What you’ll learn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0">
                <a:solidFill>
                  <a:srgbClr val="F5F7FA"/>
                </a:solidFill>
                <a:latin typeface="Arial"/>
              </a:rPr>
              <a:t>Use AI coding tools to build real artifacts — </a:t>
            </a:r>
            <a:r>
              <a:rPr sz="2400" b="1">
                <a:solidFill>
                  <a:srgbClr val="00FF41"/>
                </a:solidFill>
                <a:latin typeface="Arial"/>
              </a:rPr>
              <a:t>ethically</a:t>
            </a:r>
            <a:r>
              <a:rPr sz="2400" b="0">
                <a:solidFill>
                  <a:srgbClr val="F5F7FA"/>
                </a:solidFill>
                <a:latin typeface="Arial"/>
              </a:rPr>
              <a:t> and </a:t>
            </a:r>
            <a:r>
              <a:rPr sz="2400" b="1">
                <a:solidFill>
                  <a:srgbClr val="00FF41"/>
                </a:solidFill>
                <a:latin typeface="Arial"/>
              </a:rPr>
              <a:t>effectively</a:t>
            </a:r>
            <a:r>
              <a:rPr sz="2400" b="0">
                <a:solidFill>
                  <a:srgbClr val="F5F7FA"/>
                </a:solidFill>
                <a:latin typeface="Arial"/>
              </a:rPr>
              <a:t>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Ethically</a:t>
            </a:r>
            <a:r>
              <a:rPr sz="2000" b="0">
                <a:solidFill>
                  <a:srgbClr val="F5F7FA"/>
                </a:solidFill>
                <a:latin typeface="Arial"/>
              </a:rPr>
              <a:t> — conscientiously: name the values, test with real people, own your calls.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Effectively</a:t>
            </a:r>
            <a:r>
              <a:rPr sz="2000" b="0">
                <a:solidFill>
                  <a:srgbClr val="F5F7FA"/>
                </a:solidFill>
                <a:latin typeface="Arial"/>
              </a:rPr>
              <a:t> — as a good collaborator: steer the AI, review its work, and stay in charge of the outcome.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OUR COMMITMENTS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The values we embed in this course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Transparency</a:t>
            </a:r>
            <a:r>
              <a:rPr sz="2000" b="0">
                <a:solidFill>
                  <a:srgbClr val="F5F7FA"/>
                </a:solidFill>
                <a:latin typeface="Arial"/>
              </a:rPr>
              <a:t> — we show our work, and you keep a Vibe-Trace.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Honing human capability</a:t>
            </a:r>
            <a:r>
              <a:rPr sz="2000" b="0">
                <a:solidFill>
                  <a:srgbClr val="F5F7FA"/>
                </a:solidFill>
                <a:latin typeface="Arial"/>
              </a:rPr>
              <a:t> — AI to sharpen your judgment, not replace it.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Non-manipulation</a:t>
            </a:r>
            <a:r>
              <a:rPr sz="2000" b="0">
                <a:solidFill>
                  <a:srgbClr val="F5F7FA"/>
                </a:solidFill>
                <a:latin typeface="Arial"/>
              </a:rPr>
              <a:t> — no dark patterns; honest, humane design.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A trustworthy web</a:t>
            </a:r>
            <a:r>
              <a:rPr sz="2000" b="0">
                <a:solidFill>
                  <a:srgbClr val="F5F7FA"/>
                </a:solidFill>
                <a:latin typeface="Arial"/>
              </a:rPr>
              <a:t> — real sources, accessible, no AI slop passed off as fact.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PRACTICE WHAT WE TEACH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We vibe-coded this course, too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100" b="0">
                <a:solidFill>
                  <a:srgbClr val="F5F7FA"/>
                </a:solidFill>
                <a:latin typeface="Arial"/>
              </a:rPr>
              <a:t>This course and its 3D site were themselves vibe-coded over ~6 months — with Claude, GitHub Copilot, Gemini, and Warp; the 3D figures via Meshy AI; the scene in Blender.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900" b="0">
                <a:solidFill>
                  <a:srgbClr val="8A94A6"/>
                </a:solidFill>
                <a:latin typeface="Arial"/>
              </a:rPr>
              <a:t>Every AI turn is logged with the same Vibe-Trace we ask of you, and both repos are public. We hold ourselves to the standard we set for you.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9377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0FF41"/>
                </a:solidFill>
                <a:latin typeface="Courier New"/>
                <a:hlinkClick r:id="rId2"/>
              </a:rPr>
              <a:t>▶  read the full AI-Use Disclosure &amp; Colophon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BE HONEST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The limits of our ethics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F5F7FA"/>
                </a:solidFill>
                <a:latin typeface="Arial"/>
              </a:rPr>
              <a:t>We’re upfront about the frame: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We take vibe coding as a practice — we teach how to do it conscientiously, not whether it should exist.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Our lens assumes a human designer is still in charge. Critiques of that assumption — power, labor, the environment, who gets to build — sit largely outside this short course.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“Conscientious design” is a starting point, not the last word on AI ethics.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