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personas are fast + frictionless but can launder assumptions back as 'data'. Comparing to a real human is the check. Ref: nngroup.com/articles/synthetic-users/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storyboarding / co-design: Sandhaus, Gu, Parreira &amp; Ju 2025, 'Co-Designing with Transformers' (DIS '25) - GenAI helps generate + iterate frames, but can flatten the narrative if you let it drive. dl.acm.org/doi/10.1145/3715336.3735805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Sora web/app discontinued 2026-04-26. Recommend Veo 3.1 / Runway / Kling / Pika for pitch videos.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3 -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Planning Day: What's the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Final project - value-centered need finding + storyboard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Tuesday told you IF it works. Today you decide what to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You verified your Project 2 and found where the design doesn't move the value. Today you plan the fix - for a real person </a:t>
            </a:r>
            <a:r>
              <a:rPr sz="2100" b="1">
                <a:solidFill>
                  <a:srgbClr val="00FF41"/>
                </a:solidFill>
                <a:latin typeface="Arial"/>
              </a:rPr>
              <a:t>outside this class.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900" b="0">
                <a:solidFill>
                  <a:srgbClr val="8A94A6"/>
                </a:solidFill>
                <a:latin typeface="Arial"/>
              </a:rPr>
              <a:t>Open with Remy Stewart's Figma guest talk, then find the real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KEEP YOUR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Change the design, not the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You already have a value and what Tuesday's verification showed. The final is the NEXT iteration of that value - not a new theme.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900" b="0">
                <a:solidFill>
                  <a:srgbClr val="8A94A6"/>
                </a:solidFill>
                <a:latin typeface="Arial"/>
              </a:rPr>
              <a:t>Today's job: name a specific beneficiary, and find what they actually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FIND THE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Talk to someone - don't guess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INTERVIEW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Ask, don't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 short conversation with a real person outside the class. Ask about their problem, not your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One specific 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Name, situation, goal, frustration, context. Not 'students' - one person you design for.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THE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In their 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Write the need the way they would say it. That sentence is what your design has to serve.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PERSONAS - WHY, AND THE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A persona is a tool to EMPATHIZE - not to stereotype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A persona holds one real user's needs in mind while you build - so you design for someone specific, not "everyone."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The risk: personas flatten people into cliches. Used well they build empathy; used badly they just launder your own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GET AS CLOSE TO THE PERSON AS YOU CAN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Nothing beats real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Best: talk to a real person - a short interview. Better still: co-design, where the user helps make the thing.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We can't fully do participatory design here - so get as close as you can, and be honest about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AI PERSONAS - THEATER OR INSIGHT?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Make an AI persona, then hold it against a real human.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1188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Generate a persona with AI - even "chat" with the simulated user.</a:t>
            </a:r>
          </a:p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Compare it to the real person you interviewed: what did each get right?</a:t>
            </a:r>
          </a:p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Does the AI theater help you empathize - or hand your own stereotypes back as if they were data?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532120"/>
            <a:ext cx="10911535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6289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▶  </a:t>
            </a:r>
            <a:r>
              <a:rPr sz="1600" b="1">
                <a:solidFill>
                  <a:srgbClr val="F5F7FA"/>
                </a:solidFill>
                <a:latin typeface="Arial"/>
              </a:rPr>
              <a:t>Bring BOTH into planning: the AI persona AND one real human's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SCREENSHOT SLOT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AI persona vs. real interview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[ AI-generated persona + simulator chat, next to your real interview notes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add the two side by side - where did the AI flatten the person?  (skeptical take: NN/g - Synthetic Users)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KEEP THE VALUE IN THE FOREGROUND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Values-conscientious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Put your value at the front of BOTH artifacts: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Persona</a:t>
            </a:r>
            <a:r>
              <a:rPr sz="1900" b="0">
                <a:solidFill>
                  <a:srgbClr val="F5F7FA"/>
                </a:solidFill>
                <a:latin typeface="Arial"/>
              </a:rPr>
              <a:t> - where does this user MEET or LOSE the value in their day?</a:t>
            </a:r>
          </a:p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Storyboard</a:t>
            </a:r>
            <a:r>
              <a:rPr sz="1900" b="0">
                <a:solidFill>
                  <a:srgbClr val="F5F7FA"/>
                </a:solidFill>
                <a:latin typeface="Arial"/>
              </a:rPr>
              <a:t> - show the value living in each frame: the moment it's supported, defended, or repaired.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OPERATIONALIZE - THE VALUE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From value down to the prompts you'll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Break your value down until it becomes something you can actually build: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value  -&gt;  norms  -&gt;  requirements  -&gt;  features  -&gt;  </a:t>
            </a:r>
            <a:r>
              <a:rPr sz="2200" b="1">
                <a:solidFill>
                  <a:srgbClr val="00FF41"/>
                </a:solidFill>
                <a:latin typeface="Arial"/>
              </a:rPr>
              <a:t>the prompts you run tomorrow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bottom of the tree IS your Thursday build plan - the exact prompts, grounded in the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STORYBOARD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4-8 frames: the value in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Frame the user, their problem, where your thing enters, and what changes.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Hand-drawn (photograph it) or AI-assisted - rough is fine.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AI can sketch or fill frames fast - but keep YOUR story; the AI is a co-designer, not the author.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It doubles as your Thursday pitch skeleton - show the value living in the design, not just the copy.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TOOLS FOR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Storyboard +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Storyboard: FigJam / Figma, Canva, Google Slides (one frame per slide), or Storyboarder (free &amp; open-source).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AI pitch video (for Thursday): Google Veo 3.1 (in Flow), Runway, Kling, or Pika.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Note: OpenAI retired the Sora app in April 2026 - use Veo / Runway / Kling / Pika instead.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Free tiers add watermarks + limits - fine for a class pitch.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Interview + persona: just talk to a person; capture notes in FigJam or a doc.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SCREENSHOT SLOT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Show an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[ example storyboard or persona goes here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a strong persona, a storyboard, or an AI-pitch still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 - TODAY (TEAM)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Plan the next iteration of your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1188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Interview a real person outside the class -&gt; build a persona + the need in their words.</a:t>
            </a:r>
          </a:p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Operationalize: value -&gt; norms -&gt; requirements -&gt; features -&gt; the prompts you'll build.</a:t>
            </a:r>
          </a:p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Storyboard the solution (4-8 frames) and scope the smallest real thing for Thursday.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532120"/>
            <a:ext cx="10911535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6289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▶  </a:t>
            </a:r>
            <a:r>
              <a:rPr sz="1600" b="1">
                <a:solidFill>
                  <a:srgbClr val="F5F7FA"/>
                </a:solidFill>
                <a:latin typeface="Arial"/>
              </a:rPr>
              <a:t>Deliverable = planning-report.md + your storyboard - this is Checkpoint 2 of the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LAST 30 MINUTES - START VIBE 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Don't wait for Thursday to open the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Once the plan is locked, spend the final half hour getting a head start: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Open your team repo, run the FIRST prompt from your value tree, and get anything at all on screen.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Thursday has no lecture - it's all build - so every minute you start now is a minute you keep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CARRY IT TO THURSDAY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Your plan is your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Tomorrow is a full build day (no lecture): build straight from the prompts your value tree produced, then showcase it in the afternoon (3-5).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Guest lecture today: Remy Stewart (Figma). Bring your questions about design + prototyping.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