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Carry-over from Tuesday's wrap - we ran out of time. Keep it to ~1 min/team, then transition to the planning mini-lecture.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your own images. The traditional methods are slower but grounded in real contact - name that honestly before showing the AI shortcuts.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figma.com/community/file/1335748909887675654/user-persona-template-set. Add your screenshot. A persona is a tool to EMPATHIZE, not to stereotype.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chatbot embodies the chosen persona - now interviewable. Ask about its problem, not your idea. Document the prompt + transcript as elicitation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nngroup.com/articles/synthetic-users/ - synthetic users can launder assumptions. Being honest about the gap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rough storyboard per member, then one refined team storyboard. Show the value living in each frame. AI storyboarding: Sandhaus, Gu, Parreira &amp; Ju 2025 (DIS '25). Template: figma.com/community/file/853170162772539008/storyboard-template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figma.com/community/file/1335748909887675654/user-persona-template-set. Storyboard template: figma.com/community/file/853170162772539008/storyboard-template. Sora discontinued 2026-04-26.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PWA is the easy default. Capacitor (Ionic) wraps web into native mobile. Electron/Tauri for desktop - Tauri ~3MB vs Electron ~85MB (2026). Heonjun likely used a web-&gt;native wrapper like Capacitor/Ionic.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app builders (2026): Google AI Studio native Android; CatDoes/Nativly native iOS+Android; Lovable/Bolt/Replit/v0 web (then wrap); Expo/Rork/a0.dev React Native.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Phaser 4 (2026), Kaplay/Kaboom, Three.js (WebGPU 2026) are web-native + easy. Godot/Unity web export + native toolchains need more setup - NOT recommended for the final's time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know what your value needs. Today you plan what to build for that value - continue Project 2, or a new idea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RESEARCH SHARE-OUT - CARRY-OVER FROM TUESDAY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The teams we didn't hear yet - one minute 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Your value, and the STRONGEST thing your research said.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The design direction it points to - what would move the value?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Listen for approaches you could borrow for your own plan.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Quick round right after the guest talk - then we go straight into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THE VALUE - CHANGE ANYTHING ELSE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value is fixed. The project is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carry your value and Tuesday's learnings. The final can be the next iteration of Project 2 - OR a brand-new idea for the same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THREE TOOLS, VALUE-FIRST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Everything today points at your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Who, specifically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One real person outside the class - and where they MEET or LOSE your value in their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USER-NEED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Their problem, their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Ask about the problem, not your idea - the need your design has to serve.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STORYBOARD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value in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Frame the moment your design supports / defends / repairs the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THEY'VE TRADITIONALLY BEEN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Before AI - slower, but grounded in real people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images: a persona doc  ·  a user interview  ·  a hand-drawn storyboard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Persona: desk research + real interviews -&gt; a profile.   Need: recruit + interview real users.   Storyboard: hand-sketch the frames.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PERSONA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Draft a rich persona in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an AI-generated persona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From your value + beneficiary, AI drafts a persona fast. Use a template (Figma persona set / Slides). Keep it anchored to a real person - not a cliche.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USER-NEED INTERVIEW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Interview the persona you built - as a chatbot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chatting with the persona-bot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Turn the persona into a chatbot (Claude / ChatGPT), interview it about ITS problem, and paste the setup prompt + transcript into planning-report.md.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BE HONEST ABOUT THE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It's an AI voiced by your own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persona chatbot is fast and frictionless - but it can hand your stereotypes back as if they were data, and it tends to agree with you.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Treat what it says as a HYPOTHESIS, not proof. Note where it might be flattering you. (Skeptical read: NN/g - Synthetic Users.)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Sketch or fill frames fast - keep YOUR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an AI-assisted storyboard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ROUGH per member (diverge to find ideas) -&gt; ONE REFINED team storyboard (converge to communicate). AI is a co-designer, not the author.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TEMPLATES +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persona + storyboard are LINKS in the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Persona: Figma 'User Persona Template Set' (community) or a Google Slides deck.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Figma 'Storyboard Template' (community), Google Slides (one frame / slide), Canva, or Storyboarder.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 chatbot: Claude or ChatGPT - give it rich detail, then interview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(Thursday): Google Veo 3.1 (Flow), Runway, Kling, or Pika. (Sora retired in 2026.)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Paste the Slides / Figma LINKS into planning-report.md - don't dump giant images.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Build a PERSONA -&gt; interview it as an AI CHATBOT (paste the prompt + conversation).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 the value, then ROUGH storyboard each -&gt; ONE REFINED team storyboard.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Scope the smallest real thing. Link persona + storyboard from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- Checkpoint 2  (persona · interview · storyboards · scope)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BONUS - APPS, NOT JUST WEBSITES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Ship a real app from what you vibe-code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 lot of you asked - yes. Prototype on the web first, then wrap it. Keep the setup simple.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RULE FOR THE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Prototype with vibe coding - don't fight your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Build the smallest real thing on the WEB with vibe coding. No heavy compilers, no backend infrastructure, no complex dev setup - that is not where your time should go.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Want it to FEEL like an app? Wrap it (next slide). AI can even build a fully functional app for you. But the value + the prototype come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WRAP YOUR WEB APP -&gt; AN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Easiest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Zero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Add a manifest + service worker (AI does it). 'Add to Home Screen', works offline. Easiest by far.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CAPACITOR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Web -&gt; native mobile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By the Ionic team - wraps your web app into a real iOS / Android app. Frontend-focused.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ELECTRON / TAURI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Web -&gt;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Electron: mature, heavy (~85MB). Tauri v2: tiny + fast (~5MB) but needs the Rust toolchain.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OR LET AI BUILD THE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Prompt -&gt;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NATIVE FROM A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iOS / Android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Google AI Studio (native Android), CatDoes / Nativly (native iOS + Android) - describe it, get an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WEB APP -&gt; WRAP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Fastest to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Lovable, Bolt.new, Replit, v0 build a web app from a prompt - then add a PWA / Capacitor wrapper.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REACT 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If you go mobile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Expo (+ AI tools like Rork / a0.dev) for React Native - more power, more setup.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GAMES &amp; NATIVE: POSSIBLE - BUT NOT FOR THE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Great, just not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Web game engines vibe-code nicely: </a:t>
            </a:r>
            <a:r>
              <a:rPr sz="1900" b="1">
                <a:solidFill>
                  <a:srgbClr val="00FF41"/>
                </a:solidFill>
                <a:latin typeface="Arial"/>
              </a:rPr>
              <a:t>Phaser, Kaplay, Three.js (3D).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But games, native mobile builds, and engines like Godot / Unity need DIFFERENT dev + publishing setups - an extra time commitment we can't assume you have.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For the final: stick to the web prototype. Explore the rest after the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LAST 30 MINUTES - START VIBE 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wait for Thursday to open the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Once the plan is locked, spend the final half hour getting a head start: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Open your team repo, run the FIRST prompt from your value tree, and get anything at all on screen.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Thursday has no lecture - it's all build - so every minute you start now is a minute you keep tomorrow.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is a full build day (no lecture): build straight from the prompts your value tree produced, then showcase it in the afternoon (3-5).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