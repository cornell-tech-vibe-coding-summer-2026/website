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Persona template: figma.com/community/file/1335748909887675654/user-persona-template-set - or a Google Slides deck. A persona is a tool to EMPATHIZE, not to stereotype.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/ ChatGPT. The persona chatbot embodies the chosen user persona. Document the exact setup prompt + the interview transcript in the planning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nngroup.com/articles/synthetic-users/ - synthetic users can launder assumptions. Being honest about the gap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ROUGH storyboard per member (diverge/ideate), then one REFINED team storyboard (converge/communicate). AI storyboarding: Sandhaus, Gu, Parreira &amp; Ju 2025 'Co-Designing with Transformers' (DIS '25). Template: figma.com/community/file/853170162772539008/storyboard-template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Persona template: figma.com/community/file/1335748909887675654/user-persona-template-set. Storyboard template: figma.com/community/file/853170162772539008/storyboard-template. Sora discontinued 2026-04-26.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Planning Day: What's the problem?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Final project - value-centered need finding + storyboard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Tuesday told you IF it works. Today you decide what to build.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 verified your Project 2 and found where the design doesn't move the value. Today you plan the fix - for a real person </a:t>
            </a:r>
            <a:r>
              <a:rPr sz="2100" b="1">
                <a:solidFill>
                  <a:srgbClr val="00FF41"/>
                </a:solidFill>
                <a:latin typeface="Arial"/>
              </a:rPr>
              <a:t>outside this class.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Open with Remy Stewart's Figma guest talk, then find the real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KEEP YOUR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Change the design, not the commitment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 already have a value and what Tuesday's verification showed. The final is the NEXT iteration of that value - not a new theme.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Today's job: name a specific beneficiary, and find what they actually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BUILD YOUR PERSONA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One specific human - not "everyone"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Name a specific beneficiary OUTSIDE this class, and build a persona: name, situation, goal, frustration, context - and where they MEET or LOSE your value in their day.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Use a template: the Figma 'User Persona Template Set' (community) or a Google Slides deck. Add a photo/sketch so it feels like a person.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ELICIT THE NEED - INTERVIEW YOUR PERSONA AS A CHATBOT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No time to find a stranger? Interview the persona you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Turn your persona into an AI chatbot - give it RICH detail: its life, constraints, what it cares about.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Run a short interview about ITS problem, not your idea. Capture the need in its words.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Paste the SETUP PROMPT and the CONVERSATION into planning-report.md - that is your elicitation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The chatbot IS your persona, now interviewable - document the prompt + transcript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BE HONEST ABOUT THE SIMULATION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It's an AI voiced by your own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 persona chatbot is fast and frictionless - but it can hand your stereotypes back as if they were data, and it tends to agree with you.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Treat what it says as a HYPOTHESIS, not proof. Note where it might be flattering you. (Skeptical read: NN/g - Synthetic Users.)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OPERATIONALIZE - THE VALUE TREE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From value down to the prompts you'll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Break your value down until it becomes something you can actually build: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value  -&gt;  norms  -&gt;  requirements  -&gt;  features  -&gt;  </a:t>
            </a:r>
            <a:r>
              <a:rPr sz="2200" b="1">
                <a:solidFill>
                  <a:srgbClr val="00FF41"/>
                </a:solidFill>
                <a:latin typeface="Arial"/>
              </a:rPr>
              <a:t>the prompts you run tomorrow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The bottom of the tree IS your Thursday build plan - the exact prompts, grounded in the value.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STORYBOARD - ROUGH, THEN REFINED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Diverge to find ideas, converge to communicate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ROUGH (each member): a quick 4-8 frame sketch of YOUR idea - the user, their problem, where your thing enters, what changes. Rough is the point; it helps you think.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REFINED (team): pick + combine the best into ONE clean storyboard that communicates the idea - your Thursday build plan + pitch skeleton.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Show the value living in each frame - not just in the copy.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TEMPLATES +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Your persona + storyboard are LINKS in the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Persona: Figma 'User Persona Template Set' (community) or a Google Slides deck.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Storyboard: Figma 'Storyboard Template' (community), Google Slides (one frame / slide), Canva, or Storyboarder.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Persona chatbot: Claude or ChatGPT - give it rich detail, then interview it.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AI pitch video (Thursday): Google Veo 3.1 (Flow), Runway, Kling, or Pika. (Sora retired in 2026.)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Paste the Slides / Figma LINKS into planning-report.md - don't dump giant images.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SCREENSHOT SLOT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Persona + storyboard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persona card + chatbot interview, next to the refined storyboard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show a filled persona, the AI interview transcript, and the team's refined storyboard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- TODAY (TEAM)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Plan the next iteration of your value.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Build a PERSONA -&gt; interview it as an AI CHATBOT (paste the prompt + conversation).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Operationalize the value, then ROUGH storyboard each -&gt; ONE REFINED team storyboard.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Scope the smallest real thing. Link persona + storyboard from the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Deliverable = planning-report.md - Checkpoint 2  (persona · interview · storyboards · scope)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LAST 30 MINUTES - START VIBE CODING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Don't wait for Thursday to open the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Once the plan is locked, spend the final half hour getting a head start: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Open your team repo, run the FIRST prompt from your value tree, and get anything at all on screen.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Thursday has no lecture - it's all build - so every minute you start now is a minute you keep tomorrow.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CARRY IT TO THURSDAY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Your plan is your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Tomorrow is a full build day (no lecture): build straight from the prompts your value tree produced, then showcase it in the afternoon (3-5).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Guest lecture today: Remy Stewart (Figma). Bring your questions about design + prototyping.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