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Sora web/app discontinued 2026-04-26. Recommend Veo 3.1 / Runway / Kling / Pika for pitch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Tuesday's verdict.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THE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Talk to someone - don't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Ask, don't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short conversation with a real person outside the class. Ask about their problem, not your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specific 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Name, situation, goal, frustration, context. Not 'students' - one person you design for.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 their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 the need the way they would say it. That sentence is what your design has to serve.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4-8 frames: the value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Frame the user, their problem, where your thing enters, and what changes.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Hand-drawn (photograph it) or AI-assisted - rough is fine.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doubles as your Thursday pitch skeleton.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Show the value living in the design, not just in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Storyboard +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FigJam / Figma, Canva, Google Slides (one frame per slide), or Storyboarder (free &amp; open-source).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(for Thursday): Google Veo 3.1 (in Flow), Runway, Kling, or Pika.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Note: OpenAI retired the Sora app in April 2026 - use Veo / Runway / Kling / Pika instead.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add watermarks + limits - fine for a class pitch.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Interview + persona: just talk to a person; capture notes in FigJam or a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an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example storyboard or persona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strong persona, a storyboard, or an AI-pitch still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Interview a real person outside the class -&gt; build a persona + the need in their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Operationalize: value -&gt; norms -&gt; requirements -&gt; features -&gt; the prompts you'll build.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Storyboard the solution (4-8 frames) and scope the smallest real thing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+ your storyboard - this is Checkpoint 2 of the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you build straight from the prompts your value tree produced, test it, and present it in the evening.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