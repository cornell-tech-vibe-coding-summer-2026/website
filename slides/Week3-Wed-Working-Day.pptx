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Sora web/app discontinued 2026-04-26. Recommend Veo 3.1 / Runway / Kling / Pika for pitch videos.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Planning Day: What's the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Final project - value-centered need finding + storyboard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Tuesday told you IF it works. Today you decide what to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verified your Project 2 and found where the design doesn't move the value. Today you plan the fix - for a real person </a:t>
            </a:r>
            <a:r>
              <a:rPr sz="2100" b="1">
                <a:solidFill>
                  <a:srgbClr val="00FF41"/>
                </a:solidFill>
                <a:latin typeface="Arial"/>
              </a:rPr>
              <a:t>outside this class.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Open with the Figma guest talk, then find the real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Change the design, not the commitment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already have a value and Tuesday's verdict. The final is the NEXT iteration of that value - not a new theme.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Today's job: name a specific beneficiary, and find what they actually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FIND THE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Talk to someone - don't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INTERVIEW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Ask, don't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short conversation with a real person outside the class. Ask about their problem, not your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One specific human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Name, situation, goal, frustration, context. Not 'students' - one person you design for.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NEED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In their words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Write the need the way they would say it. That sentence is what your design has to serve.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OPERATIONALIZE - THE VALUE TREE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value down to the prompts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Break your value down until it becomes something you can actually build: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value  -&gt;  norms  -&gt;  requirements  -&gt;  features  -&gt;  </a:t>
            </a:r>
            <a:r>
              <a:rPr sz="2200" b="1">
                <a:solidFill>
                  <a:srgbClr val="00FF41"/>
                </a:solidFill>
                <a:latin typeface="Arial"/>
              </a:rPr>
              <a:t>the prompts you run tomorrow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The bottom of the tree IS your Thursday build plan - the exact prompts, grounded in the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STORYBOARD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4-8 frames: the value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Frame the user, their problem, where your thing enters, and what changes.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Hand-drawn (photograph it) or AI-assisted - rough is fine.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It doubles as your Thursday pitch skeleton.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Show the value living in the design, not just in the copy.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TOOLS FOR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Storyboard +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Storyboard: FigJam / Figma, Canva, Google Slides (one frame per slide), or Storyboarder (free &amp; open-source).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pitch video (for Thursday): Google Veo 3.1 (in Flow), Runway, Kling, or Pika.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Note: OpenAI retired the Sora app in April 2026 - use Veo / Runway / Kling / Pika instead.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Free tiers add watermarks + limits - fine for a class pitch.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Interview + persona: just talk to a person; capture notes in FigJam or a doc.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Show an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example storyboard or persona goes here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a strong persona, a storyboard, or an AI-pitch still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Plan the next iteration of your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Interview a real person outside the class -&gt; build a persona + the need in their words.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Operationalize: value -&gt; norms -&gt; requirements -&gt; features -&gt; the prompts you'll build.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Storyboard the solution (4-8 frames) and scope the smallest real thing for Thursday.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Deliverable = planning-report.md + your storyboard - this is Checkpoint 2 of the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CARRY IT TO THURSDAY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plan is your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Tomorrow you build straight from the prompts your value tree produced, test it, and present it in the evening.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Guest lecture today: Figma. Bring your questions about design + prototyping.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