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·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Working 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USE TODAY WELL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Working day — before final presentations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Fix the top usability issues from Monday.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Resolve the values tension from Tuesday (dissolve / compromise / trade-off).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Get the live demo solid — rehearse the happy path.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Write the deep ethical reflection (this is 25% — and AI writing isn’t allowed here).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Capture screenshots / a short video in case the live link fails.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Instructors are here — grab us for a check-in.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