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personas are fast + frictionless but can launder assumptions back as 'data'. Comparing to a real human is the check. Ref: nngroup.com/articles/synthetic-users/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Sora web/app discontinued 2026-04-26. Recommend Veo 3.1 / Runway / Kling / Pika for pitch videos.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what Tuesday's verification showed. The final is the NEXT iteration of that value - not a new theme.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FIND THE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Talk to someone - don't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Ask, don't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short conversation with a real person outside the class. Ask about their problem, not your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One specific human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Name, situation, goal, frustration, context. Not 'students' - one person you design for.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In their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Write the need the way they would say it. That sentence is what your design has to serve.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PERSONAS - WHY, AND THE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persona is a tool to EMPATHIZE - not to stereotype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persona holds one real user's needs in mind while you build - so you design for someone specific, not "everyone."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The risk: personas flatten people into cliches. Used well they build empathy; used badly they just launder your own assumptions.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GET AS CLOSE TO THE PERSON AS YOU CAN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Nothing beats real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Best: talk to a real person - a short interview. Better still: co-design, where the user helps make the thing.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We can't fully do participatory design here - so get as close as you can, and be honest about the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AI PERSONAS - THEATER OR INSIGHT?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Make an AI persona, then hold it against a real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Generate a persona with AI - even "chat" with the simulated user.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Compare it to the real person you interviewed: what did each get right?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the AI theater help you empathize - or hand your own stereotypes back as if they were data?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Bring BOTH into planning: the AI persona AND one real human's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AI persona vs. real interview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AI-generated persona + simulator chat, next to your real interview notes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add the two side by side - where did the AI flatten the person?  (skeptical take: NN/g - Synthetic Users)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THE VALUE IN THE FOREGROUND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Values-conscientious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Put your value at the front of BOTH artifacts: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Persona</a:t>
            </a:r>
            <a:r>
              <a:rPr sz="1900" b="0">
                <a:solidFill>
                  <a:srgbClr val="F5F7FA"/>
                </a:solidFill>
                <a:latin typeface="Arial"/>
              </a:rPr>
              <a:t> - where does this user MEET or LOSE the value in their day?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Storyboard</a:t>
            </a:r>
            <a:r>
              <a:rPr sz="1900" b="0">
                <a:solidFill>
                  <a:srgbClr val="F5F7FA"/>
                </a:solidFill>
                <a:latin typeface="Arial"/>
              </a:rPr>
              <a:t> - show the value living in each frame: the moment it's supported, defended, or repaired.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4-8 frames: the value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Frame the user, their problem, where your thing enters, and what changes.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Hand-drawn (photograph it) or AI-assisted - rough is fine.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doubles as your Thursday pitch skeleton.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Show the value living in the design, not just in the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TOOLS FOR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Storyboard +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FigJam / Figma, Canva, Google Slides (one frame per slide), or Storyboarder (free &amp; open-source).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(for Thursday): Google Veo 3.1 (in Flow), Runway, Kling, or Pika.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Note: OpenAI retired the Sora app in April 2026 - use Veo / Runway / Kling / Pika instead.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Free tiers add watermarks + limits - fine for a class pitch.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Interview + persona: just talk to a person; capture notes in FigJam or a doc.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an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example storyboard or persona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a strong persona, a storyboard, or an AI-pitch still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Interview a real person outside the class -&gt; build a persona + the need in their words.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Operationalize: value -&gt; norms -&gt; requirements -&gt; features -&gt; the prompts you'll build.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Storyboard the solution (4-8 frames) and scope the smallest real thing for Thursday.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+ your storyboard - this is Checkpoint 2 of the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you build straight from the prompts your value tree produced, test it, and present it in the evening.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