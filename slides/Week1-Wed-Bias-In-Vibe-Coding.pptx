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'What is Bias?' slide was a title only — added a one-line working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Kept your 'Vibe Bias' definition; the lead definition line: 'The tendency of LLMs to generate UI/UX patterns based on the most frequent (often Western-centric) data in their training sets.'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Bias in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Jonathan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Visual &amp; functional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Identify how LLM training data manifests as visual and functional bias in generated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Tool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Evaluate different vibe coding tools (Lovable, Bolt, Vibe Code App) for consistency and stereotyping.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AUTO-AWESOME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Inclusive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Develop strategies for ‘de-biasing’ prompts to ensure more inclusive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What is bias?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Bias is a systematic skew in outputs — patterns the model treats as the default because they dominate its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is “Vibe Bias”?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VISUAL STEREOTYPES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Palette &amp; aesthetics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‘Professional’ defaults to blue, white, corporate aesthetics.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FUNCTIONAL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Defaults baked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assuming US-style addresses or phone-number formats.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ACCESSIBILITY OVERSIGHTS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Who’s left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low contrast ratios or non-semantic HTML structures.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CORE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Mirror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LLMs don’t “design” — they predict the next most likely token.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Prompt for a “Healthcare Dashboard” and the tool reflects the average of 10,000 existing dashboards — including all their flaws and lack of diversity.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Time for some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Case study: “Make it Professional”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212080" cy="2377440"/>
          </a:xfrm>
          <a:prstGeom prst="roundRect">
            <a:avLst/>
          </a:prstGeom>
          <a:solidFill>
            <a:srgbClr val="151B26"/>
          </a:solidFill>
          <a:ln w="1524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🖼  Result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“A standard landing page.”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77440"/>
            <a:ext cx="5212080" cy="2377440"/>
          </a:xfrm>
          <a:prstGeom prst="roundRect">
            <a:avLst/>
          </a:prstGeom>
          <a:solidFill>
            <a:srgbClr val="151B26"/>
          </a:solidFill>
          <a:ln w="1524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2004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🖼  Result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49039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“A professional landing page.”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7FA"/>
                </a:solidFill>
                <a:latin typeface="Arial"/>
              </a:rPr>
              <a:t>The question: why does “professional” often default to one specific layout or design?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cross-tool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mission: run the SAME prompt across three different platforms.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prompt: “Build a social networking profile page for a community organizer in a specific area you’re familiar with.”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Look for: did it use relevant imagery or icons?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Is the terminology correct for the location?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Does the wording or layout assume anything about who uses the site?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Vibe Audit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 is this for?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Who is this interface designed for? Who might be left out or overlooked?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Does it meet the bar?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Color contrast, readability, clear navigation — basic accessibility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What’s baked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What does the design assume — payment access, name formats, language?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Strategies for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EXPLICIT 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Say what you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From “Make a login” to “Make an accessible login using semantic HTML and high-contrast tokens.”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CONTEXT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Feed diverse refs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Provide the AI with diverse design-system references before generating.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Audit, don’t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Use your own critical lens to audit the code — not just the ‘vibe.’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