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recurring ethics-hook slide. Consider giving each day its own dilemma (kept Kant here as your opener).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to flesh out Monday's thin 'what is vibe coding' open. Source: Karpathy / Li et al. 'Vibe Coding in Product Teams' (the 7/13 primary reading).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 placeholder — original deck had a 'what is vibe coding' gif/video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overview to frame the three methods your Monday slides walk through. NOTE: replaced 'Antigravity' with 'VS Code + GitHub Copilot' — Antigravity is retired (no longer an IDE); Copilot is now the recommended 13+ tool. Cursor noted as 18+.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listed 'Antigravity / VSCode / Cursor'. Antigravity retired → now VS Code + GitHub Copilot (recommended, 13+); Cursor kept as 18+ 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5F7FA"/>
                </a:solidFill>
                <a:latin typeface="Arial"/>
              </a:rPr>
              <a:t>Good Code, Good Vibes: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00FF41"/>
                </a:solidFill>
                <a:latin typeface="Arial"/>
              </a:rPr>
              <a:t>Building Ethical Apps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An introduction to ethical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TECHIE 1121 · CORNELL TECH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What is Vibe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Led by Jonathan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ETHICS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00FF4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Act only according to that maxim whereby you can at the same time will that it should become a universal law.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297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Immanuel Kant, Groundwork of the Metaphysics of Morals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151B2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If you are in poverty, is it okay to steal food for your starving family from a large grocery store?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 IS VIBE CODING?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Give in to the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“There’s a new kind of coding I call ‘vibe coding’, where you fully give in to the vibes, embrace exponentials, and forget that the code even exists.”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Andrej Karpathy, Feb 2025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You express the </a:t>
            </a:r>
            <a:r>
              <a:rPr sz="2000" b="1">
                <a:solidFill>
                  <a:srgbClr val="00FF41"/>
                </a:solidFill>
                <a:latin typeface="Arial"/>
              </a:rPr>
              <a:t>intent</a:t>
            </a:r>
            <a:r>
              <a:rPr sz="2000" b="0">
                <a:solidFill>
                  <a:srgbClr val="F5F7FA"/>
                </a:solidFill>
                <a:latin typeface="Arial"/>
              </a:rPr>
              <a:t> of the product; the AI does the heavy lifting. The interface is no longer syntax — it’s a conversation about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 IS VIBE CODING?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See it in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▶  vibe coding.mp4  /  whatisvibecoding.gif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your intro clip / GIF here (from the old deck's Drive folder).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SETTING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There are many tools you can use for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8A94A6"/>
                </a:solidFill>
                <a:latin typeface="Arial"/>
              </a:rPr>
              <a:t>We’ll go over how to set up and use a few of them — three different ways to work with generative AI for programming.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SETTING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Three ways to work with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01 ·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Browser-only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No install. Prompt and preview in the browser. e.g. v0.app.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02 · 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VS Code + 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Agent mode in your editor / Codespace. (Cursor is an 18+ alternative.)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03 ·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Run a model locally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Most control over the model; add your own tools on 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1 ·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First, an online-only tool: v0.app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Let’s try </a:t>
            </a:r>
            <a:r>
              <a:rPr sz="2000" b="1">
                <a:solidFill>
                  <a:srgbClr val="00FF41"/>
                </a:solidFill>
                <a:latin typeface="Arial"/>
              </a:rPr>
              <a:t>v0.app</a:t>
            </a:r>
            <a:r>
              <a:rPr sz="2000" b="0">
                <a:solidFill>
                  <a:srgbClr val="F5F7FA"/>
                </a:solidFill>
                <a:latin typeface="Arial"/>
              </a:rPr>
              <a:t> — you describe an app in the browser and it generates it, no setup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1 ·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v0.app —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🖼  v0.app result —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Paste your v0.app output screenshot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Do you think this worked well?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assumptions were made?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→ Play the 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2 ·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Next, an IDE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00FF41"/>
                </a:solidFill>
                <a:latin typeface="Arial"/>
              </a:rPr>
              <a:t>VS Code + GitHub Copilot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Your editor becomes the agent: it plans and edits across your whole repo. Cursor is a similar option (18+).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2 ·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Let’s walk through VS Code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8A94A6"/>
                </a:solidFill>
                <a:latin typeface="Arial"/>
              </a:rPr>
              <a:t>Install VS Code, add the GitHub Copilot extension, open your repo, and turn on agent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2 ·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Once it’s installed it looks like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▶  vscode.mp4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your VS Code walkthrough clip / screenshot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are the benefits of the code living right next to the generative AI?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are the negatives?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3 ·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Lastly, run a model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This gives you the </a:t>
            </a:r>
            <a:r>
              <a:rPr sz="2000" b="1">
                <a:solidFill>
                  <a:srgbClr val="00FF41"/>
                </a:solidFill>
                <a:latin typeface="Arial"/>
              </a:rPr>
              <a:t>most control</a:t>
            </a:r>
            <a:r>
              <a:rPr sz="2000" b="0">
                <a:solidFill>
                  <a:srgbClr val="F5F7FA"/>
                </a:solidFill>
                <a:latin typeface="Arial"/>
              </a:rPr>
              <a:t> over the AI models themselves — and you can add many different tools on top of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3 ·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Running a model locally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▶  local.mp4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your local-model clip / screenshot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could you do running the model locally that you can’t with the other two methods?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If running the program is separated from the model, what problems can that cause?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Given the three methods of interacting with generative AI for programming —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which method is best in which situation?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GOALS FOR 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Goals for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GitHub repo cloned locally to your computer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Updates pushed to your own repo copy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Set up and chosen a primary vibe coding tool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Worked on Activity 1 (your website)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Website is hosted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Submitted your Vibe-Trace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Submitted your activity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