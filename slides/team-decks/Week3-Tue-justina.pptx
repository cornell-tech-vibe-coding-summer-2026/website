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 name = the value you carry into the final. Confirm the value + members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Liam Allen's individual contribution: the real paper they found (AI academic search) and READ - not just an AI summary. Reflection lives in their own FigJam lane (block 06).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Justin Ou's individual contribution: the real paper they found (AI academic search) and READ - not just an AI summary. Reflection lives in their own FigJam lane (block 06).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Sebastien Gournay's individual contribution: the real paper they found (AI academic search) and READ - not just an AI summary. Reflection lives in their own FigJam lane (block 06).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VALUE-CENTERED USER RESEARCH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03120"/>
            <a:ext cx="106070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The Productivity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947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Liam Allen · Justin Ou · Sebastien Gournay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062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Project 2:  </a:t>
            </a:r>
            <a:r>
              <a:rPr sz="1500" b="0">
                <a:solidFill>
                  <a:srgbClr val="8A94A6"/>
                </a:solidFill>
                <a:latin typeface="Arial"/>
              </a:rPr>
              <a:t>Justina - focus for writers &amp; students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7091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GitHub team: Justina (Liam · Justin · Sebastien)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USE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Keep the headers. Put your slides behind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Five section headers follow — they MIRROR the FigJam canvas blocks. The canvas is where you work it out; this deck is where you present it.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Sections 01, 02, 03, 05 are the TEAM's. Section 04 has one named slide per person — the paper you found and READ.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Add your own slides AFTER each header. Don't delete the headers.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No full user study today — for '03 What we found', apply your metrics with a partner (speculating is fine).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Each person READS one real paper (not just an AI summary) — that's section 04 / the FigJam Outlook.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Real citations only — if you can't find the paper, leave the claim out.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Your reflection is NOT in this deck — it goes in your own lane on the team FigJam canvas (block 06).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Delete this slide before you present.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THE VALUE &amp; HOW WE DEFINE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Operationalize the value  ·  FigJam: Value Definition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[ our app, in one line ]  -  and the value it claims.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do we operationalize / define the value?  (privacy as control vs. security vs. contextual integrity)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If it is present, users will DO [ ___ ] / UNDERSTAND [ ___ ] / FEEL [ ___ ].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HOW WOULD WE VERIFY IT?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A method per lens + how others measure it  ·  FigJam: Brainstorm 1-2-3 + 02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BEHAVIOR - do users ACT differently?  -&gt;  [ method + metric ].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UNDERSTANDING - do they GRASP the value?  -&gt;  [ method + metric ].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AFFECT - do they FEEL differently?  -&gt;  [ method + metric ].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do OTHERS measure it, and which INSTRUMENT would we borrow?  (UEQ / HRI / METUX / slop)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WHAT WE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Run the check - speculate with a partner if needed  ·  FigJam: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Apply your metrics with a partner - it is fine to SPECULATE today; real verification takes time.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BEHAVIOR: do they ACT differently?   UNDERSTANDING: do they GRASP it?   AFFECT: do they FEEL differently?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Green = it works.  Red = it does not.  Does the design move the value - for whom, and who is left out?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WHAT RELATED RESEARCH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Each member READS one real paper  ·  FigJam: 04 Outlook  ·  the named slides follow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Each member presents their OWN paper - found via AI academic search (Claude / ChatGPT / Elicit / Semantic Scholar / Scholar Labs), then READ.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Source (author, year)  -  what WORKED  -  what FAILED (avoid this).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Real papers only, actually read - never invent a citation, never rely on an AI summary alone.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04.1  ·  YOUR PAPER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Liam Allen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you found + READ - [ author, year, title ]  (AI search to FIND it; then read the actual paper)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design intervention they tried to move THIS value - [ what they did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WORKED - [ ___ ]     |     What FAILED / to avoid - [ ___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Does it support or challenge our design direction? - [ ___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 - the paper you actually read. Add more behind it if you need to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04.2  ·  YOUR PAPER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Justin 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you found + READ - [ author, year, title ]  (AI search to FIND it; then read the actual paper)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design intervention they tried to move THIS value - [ what they did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WORKED - [ ___ ]     |     What FAILED / to avoid - [ ___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Does it support or challenge our design direction? - [ ___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 - the paper you actually read. Add more behind it if you need to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04.3  ·  YOUR PAPER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Sebastien Gournay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you found + READ - [ author, year, title ]  (AI search to FIND it; then read the actual paper)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design intervention they tried to move THIS value - [ what they did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WORKED - [ ___ ]     |     What FAILED / to avoid - [ ___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Does it support or challenge our design direction? - [ ___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 - the paper you actually read. Add more behind it if you need to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SO WHAT - OUR NEXT DESIGN DIRECTION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Verification opens the next design  ·  FigJam: 05  ·  carry into Wednesday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If the design does NOT move the value, what WOULD?  Another design that could achieve it.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should the next cycle discover?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2-3 directions the evidence points to - you carry these into Wednesday.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we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7150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Real papers only —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