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Productivity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Justin Ou · Sebastien Gournay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Justina - focus for writers &amp;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Justina (Liam · Justin · Sebastien)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