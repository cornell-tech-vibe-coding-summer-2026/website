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Liam Allen's individual contribution: the design intervention they researched. Reflection lives in their own FigJam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Justin Ou's individual contribution: the design intervention they researched. Reflection lives in their own FigJam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Sebastien Gournay's individual contribution: the design intervention they researched. Reflection lives in their own FigJam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VALUE-CENTERED USER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The Productivity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Liam Allen · Justin Ou · Sebastien Gournay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Project 2:  </a:t>
            </a:r>
            <a:r>
              <a:rPr sz="1500" b="0">
                <a:solidFill>
                  <a:srgbClr val="8A94A6"/>
                </a:solidFill>
                <a:latin typeface="Arial"/>
              </a:rPr>
              <a:t>Justina - focus for writers &amp;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Justina (Liam · Justin · Sebastien)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Four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04 are the TEAM's. Section 03 has one named slide per person — your individual contribution.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No time to run full tests today - so RESEARCH the method, and what interventions have actually moved this value.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a document — it goes in your own lane on the team FigJam canvas.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HOW WE DEFINE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Discovery - operationalize the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[ our app, in one line ]  - 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do we operationalize / define the value?  (privacy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If it is present, users will DO [ ___ ] / UNDERSTAND [ ___ ] / FEEL [ ___ 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HOW WOULD WE VERIFY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Pick a method per lens - we won't run them all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BEHAVIOR - do users ACT differently?  -&gt;  hard to test in class, so we RESEARCH it: [ method + what studies show ].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UNDERSTANDING - do they GRASP the value?  -&gt;  a quick check with fellow students is possible: [ method ].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AFFECT - do they FEEL differently?  -&gt;  a quick check with fellow students is possible: [ method 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DESIGN INTERVENTIONS THAT MOVED THIS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Research - what has actually worked? (each member owns a slide)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member presents their OWN researched intervention - the named slides that follow.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 real design intervention tried for this value, and its result: worked / mixed / failed.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Real sources only -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03.1  ·  YOUR SLIDE (your individual contribution)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Liam Allen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A design intervention someone tried to move THIS value - [ what they did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result - [ worked / mixed / failed ] - and the real source [ author, year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How you'd test it - [ method ]  (behavior = research it; understanding/affect = quick student check)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Does it support or challenge our design direction? - [ ___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03.2  ·  YOUR SLIDE (your individual contribution)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Justin 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A design intervention someone tried to move THIS value - [ what they did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result - [ worked / mixed / failed ] - and the real source [ author, year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How you'd test it - [ method ]  (behavior = research it; understanding/affect = quick student check)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Does it support or challenge our design direction? - [ ___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03.3  ·  YOUR SLIDE (your individual contribution)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Sebastien Gournay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A design intervention someone tried to move THIS value - [ what they did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result - [ worked / mixed / failed ] - and the real source [ author, year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How you'd test it - [ method ]  (behavior = research it; understanding/affect = quick student check)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Does it support or challenge our design direction? - [ ___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OUR DESIGN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Generative - where the evidence points (carry into Wednesday)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2-3 design directions our research points to.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one has the strongest evidence behind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would we still need to verify - and how?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