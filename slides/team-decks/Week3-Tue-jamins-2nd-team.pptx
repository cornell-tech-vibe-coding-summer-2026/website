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Maida's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Ajin Yohannan's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Jamin's 2nd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00FF41"/>
                </a:solidFill>
                <a:latin typeface="Arial"/>
              </a:rPr>
              <a:t>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John Maida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Ajin Yohannan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