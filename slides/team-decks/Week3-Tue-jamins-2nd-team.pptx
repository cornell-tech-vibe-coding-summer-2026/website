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Maida's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Ajin Yohannan's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Safety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John Maida · Ajin Yohannan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Jamin's 2nd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John Maida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Ajin Yohannan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