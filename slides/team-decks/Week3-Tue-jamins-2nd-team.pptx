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Maida's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Ajin Yohannan's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Safety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John Maida · Ajin Yohannan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Vault Notes - a locking journal for high-school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Jamin's 2nd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MIRROR the FigJam canvas blocks. The canvas is where you work it out; this deck is where you present it.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03, 05 are the TEAM's. Section 04 has one named slide per person — the paper you found and READ.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full user study today — for '03 What we found', apply your metrics with a partner (speculating is fine).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Each person READS one real paper (not just an AI summary) — that's section 04 / the FigJam Outlook.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in this deck — it goes in your own lane on the team FigJam canvas (block 06).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Operationalize the value  ·  FigJam: Value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A method per lens + how others measure it  ·  FigJam: Brainstorm 1-2-3 + 02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[ method + metric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OTHERS measure it, and which INSTRUMENT would we borrow?  (UEQ / HRI / METUX / slop)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Run the check - speculate with a partner if needed  ·  FigJam: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Apply your metrics with a partner - it is fine to SPECULATE today; real verification takes time.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BEHAVIOR: do they ACT differently?   UNDERSTANDING: do they GRASP it?   AFFECT: do they FEEL differently?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Green = it works.  Red = it does not.  Does the design move the value - for whom, and who is left out?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WHAT RELATED RESEARCH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Each member READS one real paper  ·  FigJam: 04 Outlook  ·  the named slides follow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paper - found via AI academic search (Claude / ChatGPT / Elicit / Semantic Scholar / Scholar Labs), then READ.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Source (author, year)  -  what WORKED  -  what FAILED (avoid this).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papers only, actually read - never invent a citation, never rely on an AI summary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John Maida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·  YOUR PAPER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Ajin Yohannan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you found + READ - [ author, year, title ]  (AI search to FIND it; then read the actual paper)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design intervention they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- [ ___ ]     |     What FAILED / to avoid - [ ___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 - the paper you actually read. Add more behind it if you need to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 - OUR NEXT DESIGN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Verification opens the next design  ·  FigJam: 05  ·  carry into Wednesday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the design does NOT move the value, what WOULD?  Another design that could achieve it.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directions the evidence points to - you carry these into Wednesday.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