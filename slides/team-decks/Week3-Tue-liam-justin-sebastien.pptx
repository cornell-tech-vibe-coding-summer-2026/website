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Liam Allen's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add your teammate ]'s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Liam Allen · [ add your teammate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Liam Justin Sebastien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Liam Allen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add your teammate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