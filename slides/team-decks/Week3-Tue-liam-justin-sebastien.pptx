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Confirm the value and the member list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VALUE VERIFICATION · TEAM 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14884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Liam Justin Sebastien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Liam Allen · [ add your teammates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262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Arial"/>
              </a:rPr>
              <a:t>The value we're carrying:  </a:t>
            </a:r>
            <a:r>
              <a:rPr sz="1800" b="1">
                <a:solidFill>
                  <a:srgbClr val="8A94A6"/>
                </a:solidFill>
                <a:latin typeface="Arial"/>
              </a:rPr>
              <a:t>[ fill in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USE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Keep the headers. Put your slides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Five section headers follow — they are the spine of your talk.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Add your own slides AFTER each header. Don't delete the headers.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Evidence beats assertion: screenshots, numbers, quotes from what you actually observed.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Real citations only — if you can't find the paper, leave the claim out.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Delete this slide before you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THE VALUE &amp; THE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we claimed — and which reading we built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Our app, in one line — and the value it claims.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reading of the value did we actually design for? (e.g. privacy as control vs. security vs. contextual integrity)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Operationalized: if it's present, users will DO ___ / UNDERSTAND ___ / FEEL 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1 — WAYS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How can this value be verified at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have others measured this value? (Google Scholar + its AI search)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method did we choose — and why does our reading demand it?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The instrument we borrowed: UEQ · an HRI/SDT scale · the slop detector · a task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2 — 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Insights from our own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WORKS in the current prototype — with evidence.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does NOT work — with evidence. An evidenced 'it doesn't' beats a hopeful 'it does'.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Across the lenses: behavior · understanding · affect — and which lenses did NOT fit this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3 —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related research has already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have others tried in order to move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worked — and what failed?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2–3 REAL sources.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SO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Our next design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Verification is a beginning, not a verdict.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OTHER design could actually achieve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should the next cycle discover? (You carry this into Wednesday.)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we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Real papers only —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