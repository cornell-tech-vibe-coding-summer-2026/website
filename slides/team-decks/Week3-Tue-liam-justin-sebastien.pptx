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Team name = the value you carry into the final. Confirm the value + members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Liam Allen's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 add your teammate ]'s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VALUE VERIFICATION · TEAM RESEARCH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103120"/>
            <a:ext cx="106070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>
                <a:solidFill>
                  <a:srgbClr val="8A94A6"/>
                </a:solidFill>
                <a:latin typeface="Arial"/>
              </a:rPr>
              <a:t>[ name your team after your value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7947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Liam Allen · [ add your teammate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43484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GitHub team: Liam Justin Sebastien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TO USE THIS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Keep the headers. Put your slides behind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Five section headers follow — they are the spine of your talk.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Sections 01, 02, 04, 05 are the TEAM's. Section 03 has one named slide per person — that one is graded individually.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Add your own slides AFTER each header. Don't delete the headers.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Evidence beats assertion: screenshots, numbers, quotes from what you actually observed.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Real citations only — if you can't find the paper, leave the claim out.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Your reflection is NOT a document — it goes in your own lane on the team FigJam canvas.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Delete this slide before you present.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THE VALUE &amp; THE READING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What we claimed — and which reading we built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Our app, in one line — and the value it claims.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Which reading of the value did we actually design for? (e.g. privacy as control vs. security vs. contextual integrity)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Operationalized: if it's present, users will DO ___ / UNDERSTAND ___ / FEEL ___.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1 — WAYS TO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How can this value be verified at all?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How have others measured this value? (Google Scholar + its AI search)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Which method did we choose — and why does our reading demand it?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The instrument we borrowed: UEQ · an HRI/SDT scale · the slop detector · a task design.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2 — WHAT WE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Insights from our own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Each team member presents their OWN slide — the named slides that follow.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WORKS and what does NOT — with evidence. An evidenced 'it doesn't' beats a hopeful 'it does'.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Across the lenses: behavior · understanding · affect — and which lenses did NOT fit this value.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03.1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Liam Allen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03.2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[ add your teammate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3 — 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What related research has already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have others tried in order to move this value?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worked — and what failed?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2–3 REAL sources.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SO 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Our next design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Verification is a beginning, not a verdict.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OTHER design could actually achieve this value?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should the next cycle discover? (You carry this into Wednesday.)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What we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7150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Real papers only —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