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VALUE DEFINITION)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BRAINSTORM 1·2·3 + 02)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03 WHAT WE FOUND)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04 OUTLOOK)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Isa Offengenden's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 Ravula's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Jason Chen's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05 SO WHAT)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VALUE-CENTERED USER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400" b="1">
                <a:solidFill>
                  <a:srgbClr val="F5F7FA"/>
                </a:solidFill>
                <a:latin typeface="Arial"/>
              </a:rPr>
              <a:t>The Security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Isa Offengenden · Om Ravula · Jason Chen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Project 2:  </a:t>
            </a:r>
            <a:r>
              <a:rPr sz="1500" b="0">
                <a:solidFill>
                  <a:srgbClr val="8A94A6"/>
                </a:solidFill>
                <a:latin typeface="Arial"/>
              </a:rPr>
              <a:t>a safety app for minors on social media - flags suspicious accounts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68172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Super Duper Amazing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Keep the 5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331720"/>
            <a:ext cx="1051560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These 5 headers </a:t>
            </a:r>
            <a:r>
              <a:rPr sz="1800" b="1">
                <a:solidFill>
                  <a:srgbClr val="00FF41"/>
                </a:solidFill>
                <a:latin typeface="Arial"/>
              </a:rPr>
              <a:t>mirror your FigJam board</a:t>
            </a:r>
            <a:r>
              <a:rPr sz="1800" b="0">
                <a:solidFill>
                  <a:srgbClr val="F5F7FA"/>
                </a:solidFill>
                <a:latin typeface="Arial"/>
              </a:rPr>
              <a:t> — the canvas is where you work it out; this deck is where you present it.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Add your slides </a:t>
            </a:r>
            <a:r>
              <a:rPr sz="1800" b="1">
                <a:solidFill>
                  <a:srgbClr val="00FF41"/>
                </a:solidFill>
                <a:latin typeface="Arial"/>
              </a:rPr>
              <a:t>behind</a:t>
            </a:r>
            <a:r>
              <a:rPr sz="1800" b="0">
                <a:solidFill>
                  <a:srgbClr val="F5F7FA"/>
                </a:solidFill>
                <a:latin typeface="Arial"/>
              </a:rPr>
              <a:t> each header — don't delete the headers.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Sections 01, 02, 03, 05 are the team's. </a:t>
            </a:r>
            <a:r>
              <a:rPr sz="1800" b="1">
                <a:solidFill>
                  <a:srgbClr val="00FF41"/>
                </a:solidFill>
                <a:latin typeface="Arial"/>
              </a:rPr>
              <a:t>04 = one ‘YOUR PAPER’ slide per person.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No full study today — for ‘03 What we found’, check with a partner (speculating is fine).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Each person </a:t>
            </a:r>
            <a:r>
              <a:rPr sz="1800" b="1">
                <a:solidFill>
                  <a:srgbClr val="00FF41"/>
                </a:solidFill>
                <a:latin typeface="Arial"/>
              </a:rPr>
              <a:t>READS one real paper</a:t>
            </a:r>
            <a:r>
              <a:rPr sz="1800" b="0">
                <a:solidFill>
                  <a:srgbClr val="F5F7FA"/>
                </a:solidFill>
                <a:latin typeface="Arial"/>
              </a:rPr>
              <a:t> — not just an AI summary.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Your reflection goes on the </a:t>
            </a:r>
            <a:r>
              <a:rPr sz="1800" b="1">
                <a:solidFill>
                  <a:srgbClr val="00FF41"/>
                </a:solidFill>
                <a:latin typeface="Arial"/>
              </a:rPr>
              <a:t>FigJam board (block 06)</a:t>
            </a:r>
            <a:r>
              <a:rPr sz="1800" b="0">
                <a:solidFill>
                  <a:srgbClr val="F5F7FA"/>
                </a:solidFill>
                <a:latin typeface="Arial"/>
              </a:rPr>
              <a:t>, not in this deck.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01   ·   FIGJAM: VALUE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The value &amp; how we define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Name the value, and pin down what it concretely means for your app.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[ our app in one line ] — and the value it claims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How we define it (privacy as control vs. security vs. contextual integrity)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If it's present, users will DO / UNDERSTAND / FEEL [ …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02   ·   FIGJAM: BRAINSTORM 1·2·3 + 02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How would we verify 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One way to check each lens — and how researchers measure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BEHAVIOR: do users ACT differently? → [ method + metric ]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UNDERSTANDING / AFFECT: do they GRASP / FEEL it? → [ method + metric ]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An instrument we'd borrow: UEQ / HRI / METUX / slop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03   ·   FIGJAM: 03 WHAT WE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What we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A quick partner check — speculating is fine; a real study takes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Do they ACT / GRASP / FEEL differently? [ what we saw ]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Green = it works   ·   Red = it doesn't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Does it move the value — for whom, and who's left out?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04   ·   FIGJAM: 04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What related research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Each member reads one real paper — a named slide each follows this header.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Find via AI search (Claude · ChatGPT · Elicit · Semantic Scholar · Scholar Labs), then READ it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Source (author, year) · what WORKED · what FAILED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Real papers only — never invent a citation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04.1   ·   YOUR PAPER 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Isa Offengenden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84831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The paper you found via AI search — and actually READ (not just the AI summary).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127248"/>
            <a:ext cx="992124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— [ author, year, title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— [ … ]     |     What FAILED / to avoid — [ …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Supports or challenges our design direction? — [ …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▸  This slide is yours — add more behind it if you need to, keep your name on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04.2   ·   YOUR PAPER 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Om Ravula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84831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The paper you found via AI search — and actually READ (not just the AI summary).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127248"/>
            <a:ext cx="992124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— [ author, year, title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— [ … ]     |     What FAILED / to avoid — [ …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Supports or challenges our design direction? — [ …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▸  This slide is yours — add more behind it if you need to, keep your name on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04.3   ·   YOUR PAPER 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Jason Chen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84831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The paper you found via AI search — and actually READ (not just the AI summary).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127248"/>
            <a:ext cx="992124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— [ author, year, title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— [ … ]     |     What FAILED / to avoid — [ …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Supports or challenges our design direction? — [ …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▸  This slide is yours — add more behind it if you need to, keep your name on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05   ·   FIGJAM: 05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So what — our next design direction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If the design doesn't move the value, what would? This starts Wednesday.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Another design that could achieve the value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What the next cycle should discover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2–3 directions the evidence points 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33172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5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5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5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7607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