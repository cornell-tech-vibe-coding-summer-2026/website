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Super Duper Amazing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Isa Offengenden · Om Ravula · Jason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00FF41"/>
                </a:solidFill>
                <a:latin typeface="Arial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in the current prototype — with evidence.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does NOT work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