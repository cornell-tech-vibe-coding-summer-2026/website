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Isa Offengenden's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 Ravula's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Jason Chen's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Security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Isa Offengenden · Om Ravula · Jason 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4348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Super Duper Amazing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Isa Offengenden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Om Ravula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Jason 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opens the next design - it doesn't just grade this one.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