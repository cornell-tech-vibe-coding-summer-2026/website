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Sebastien Gournay's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Justin Ou's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Productivity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Sebastien Gournay · Justin 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Justina - focus for writers &amp; students  (same project as liam-justin-sebastien)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The Professor's Favorites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how we operationalize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Sebastien Gournay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Justin 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