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Sebastien Gournay's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Justin Ou's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8A94A6"/>
                </a:solidFill>
                <a:latin typeface="Arial"/>
              </a:rPr>
              <a:t>[ name your team after your value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Sebastien Gournay · Justin 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4348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The Professor's Favorites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Sebastien Gournay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Justin 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opens the next design - it doesn't just grade this one.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