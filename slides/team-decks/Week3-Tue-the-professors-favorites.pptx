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Professor's Favorites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Sebastien Gournay · Justin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