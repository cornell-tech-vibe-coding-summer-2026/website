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Emily Tai's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Kylie Cheung's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Aria Sharma's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Emily Tai · Kylie Cheung · Aria Sharma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Chezborgar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Emily 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Kylie Cheung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Aria Sharma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