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Team name = the value you carry into the final. Confirm the value + members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Emily Tai's individual contribution: the design intervention they researched. Reflection lives in their own FigJam lane.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Kylie Cheung's individual contribution: the design intervention they researched. Reflection lives in their own FigJam lane.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Aria Sharma's individual contribution: the design intervention they researched. Reflection lives in their own FigJam lane.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VALUE-CENTERED USER RESEARCH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103120"/>
            <a:ext cx="106070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The Sustainability &amp; Trust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7947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Emily Tai · Kylie Cheung · Aria Sharma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0624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Project 2:  </a:t>
            </a:r>
            <a:r>
              <a:rPr sz="1500" b="0">
                <a:solidFill>
                  <a:srgbClr val="8A94A6"/>
                </a:solidFill>
                <a:latin typeface="Arial"/>
              </a:rPr>
              <a:t>Borrow Board - borrow instead of buy, for college students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7091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GitHub team: Chezborgar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HOW TO USE THIS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Keep the headers. Put your slides behind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Four section headers follow — they are the spine of your talk.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Sections 01, 02, 04 are the TEAM's. Section 03 has one named slide per person — your individual contribution.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Add your own slides AFTER each header. Don't delete the headers.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No time to run full tests today - so RESEARCH the method, and what interventions have actually moved this value.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Real citations only — if you can't find the paper, leave the claim out.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Your reflection is NOT a document — it goes in your own lane on the team FigJam canvas.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Delete this slide before you present.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THE VALUE &amp; HOW WE DEFINE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Discovery - operationalize the 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[ our app, in one line ]  -  and the value it claims.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How do we operationalize / define the value?  (privacy as control vs. security vs. contextual integrity)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If it is present, users will DO [ ___ ] / UNDERSTAND [ ___ ] / FEEL [ ___ ].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HOW WOULD WE VERIFY IT?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Pick a method per lens - we won't run them all 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BEHAVIOR - do users ACT differently?  -&gt;  hard to test in class, so we RESEARCH it: [ method + what studies show ].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UNDERSTANDING - do they GRASP the value?  -&gt;  a quick check with fellow students is possible: [ method ].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AFFECT - do they FEEL differently?  -&gt;  a quick check with fellow students is possible: [ method ].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DESIGN INTERVENTIONS THAT MOVED THIS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Research - what has actually worked? (each member owns a slide)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Each member presents their OWN researched intervention - the named slides that follow.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A real design intervention tried for this value, and its result: worked / mixed / failed.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Real sources only -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03.1  ·  YOUR SLIDE (your individual contribution)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Emily Tai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A design intervention someone tried to move THIS value - [ what they did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result - [ worked / mixed / failed ] - and the real source [ author, year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How you'd test it - [ method ]  (behavior = research it; understanding/affect = quick student check)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Does it support or challenge our design direction? - [ ___ 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03.2  ·  YOUR SLIDE (your individual contribution)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Kylie Cheung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A design intervention someone tried to move THIS value - [ what they did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result - [ worked / mixed / failed ] - and the real source [ author, year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How you'd test it - [ method ]  (behavior = research it; understanding/affect = quick student check)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Does it support or challenge our design direction? - [ ___ 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03.3  ·  YOUR SLIDE (your individual contribution)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Aria Sharma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A design intervention someone tried to move THIS value - [ what they did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result - [ worked / mixed / failed ] - and the real source [ author, year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How you'd test it - [ method ]  (behavior = research it; understanding/affect = quick student check)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Does it support or challenge our design direction? - [ ___ 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OUR DESIGN DIRECTIONS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Generative - where the evidence points (carry into Wednesday)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2-3 design directions our research points to.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Which one has the strongest evidence behind it?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would we still need to verify - and how?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What we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7150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Real papers only —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