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Confirm the value and the member list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Emily Tai's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Kylie Cheung's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Aria Sharma's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4884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Chezborgar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Emily Tai · Kylie Cheung · Aria Sharma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262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The value we're carrying:  </a:t>
            </a:r>
            <a:r>
              <a:rPr sz="1800" b="1">
                <a:solidFill>
                  <a:srgbClr val="8A94A6"/>
                </a:solidFill>
                <a:latin typeface="Arial"/>
              </a:rPr>
              <a:t>[ fill in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Emily 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Kylie Cheung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Aria Sharma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