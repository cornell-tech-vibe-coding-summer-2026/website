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Emily Tai's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Kylie Cheung's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Aria Sharma's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8A94A6"/>
                </a:solidFill>
                <a:latin typeface="Arial"/>
              </a:rPr>
              <a:t>[ name your team after your value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Emily Tai · Kylie Cheung · Aria Sharma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434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Chezborgar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Emily 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Kylie Cheung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Aria Sharma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opens the next design - it doesn't just grade this one.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