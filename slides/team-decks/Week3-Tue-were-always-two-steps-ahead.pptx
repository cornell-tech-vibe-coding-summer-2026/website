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Elaine Huang's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Winnie Monroe's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Carew's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Care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MyPace - health + family connection for elderly adults living 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We're Always Two Steps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how we operationalize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Elaine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Winnie Monroe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Vienna Carew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opens the next design - it doesn't just grade this one.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