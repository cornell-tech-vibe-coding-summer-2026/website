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VALUE DEFINITION)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BRAINSTORM 1·2·3 + 02)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03 WHAT WE FOUND)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04 OUTLOOK)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Elaine Huang's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Winnie Monroe's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Carew's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05 SO WHAT)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>
                <a:solidFill>
                  <a:srgbClr val="F5F7FA"/>
                </a:solidFill>
                <a:latin typeface="Arial"/>
              </a:rPr>
              <a:t>The Care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Elaine Huang · Winnie Monroe · Vienna Carew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MyPace - health + family connection for elderly adults living 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We're Always Two Steps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Keep the 5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These 5 headers </a:t>
            </a:r>
            <a:r>
              <a:rPr sz="1800" b="1">
                <a:solidFill>
                  <a:srgbClr val="00FF41"/>
                </a:solidFill>
                <a:latin typeface="Arial"/>
              </a:rPr>
              <a:t>mirror your FigJam board</a:t>
            </a:r>
            <a:r>
              <a:rPr sz="1800" b="0">
                <a:solidFill>
                  <a:srgbClr val="F5F7FA"/>
                </a:solidFill>
                <a:latin typeface="Arial"/>
              </a:rPr>
              <a:t> — the canvas is where you work it out; this deck is where you present it.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Add your slides </a:t>
            </a:r>
            <a:r>
              <a:rPr sz="1800" b="1">
                <a:solidFill>
                  <a:srgbClr val="00FF41"/>
                </a:solidFill>
                <a:latin typeface="Arial"/>
              </a:rPr>
              <a:t>behind</a:t>
            </a:r>
            <a:r>
              <a:rPr sz="1800" b="0">
                <a:solidFill>
                  <a:srgbClr val="F5F7FA"/>
                </a:solidFill>
                <a:latin typeface="Arial"/>
              </a:rPr>
              <a:t> each header — don't delete the headers.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Sections 01, 02, 03, 05 are the team's. </a:t>
            </a:r>
            <a:r>
              <a:rPr sz="1800" b="1">
                <a:solidFill>
                  <a:srgbClr val="00FF41"/>
                </a:solidFill>
                <a:latin typeface="Arial"/>
              </a:rPr>
              <a:t>04 = one ‘YOUR PAPER’ slide per person.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No full study today — for ‘03 What we found’, check with a partner (speculating is fine).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Each person </a:t>
            </a:r>
            <a:r>
              <a:rPr sz="1800" b="1">
                <a:solidFill>
                  <a:srgbClr val="00FF41"/>
                </a:solidFill>
                <a:latin typeface="Arial"/>
              </a:rPr>
              <a:t>READS one real paper</a:t>
            </a:r>
            <a:r>
              <a:rPr sz="1800" b="0">
                <a:solidFill>
                  <a:srgbClr val="F5F7FA"/>
                </a:solidFill>
                <a:latin typeface="Arial"/>
              </a:rPr>
              <a:t> — not just an AI summary.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Your reflection goes on the </a:t>
            </a:r>
            <a:r>
              <a:rPr sz="1800" b="1">
                <a:solidFill>
                  <a:srgbClr val="00FF41"/>
                </a:solidFill>
                <a:latin typeface="Arial"/>
              </a:rPr>
              <a:t>FigJam board (block 06)</a:t>
            </a:r>
            <a:r>
              <a:rPr sz="1800" b="0">
                <a:solidFill>
                  <a:srgbClr val="F5F7FA"/>
                </a:solidFill>
                <a:latin typeface="Arial"/>
              </a:rPr>
              <a:t>, not in this deck.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01   ·   FIGJAM: VALUE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value &amp; how we define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Name the value, and pin down what it concretely means for your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[ our app in one line ] — and the value it claims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How we define it (privacy as control vs. security vs. contextual integrity)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If it's present, users will DO / UNDERSTAND / FEEL [ …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02   ·   FIGJAM: BRAINSTORM 1·2·3 + 02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How would we verify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One way to check each lens — and how researchers measure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BEHAVIOR: do users ACT differently?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UNDERSTANDING / AFFECT: do they GRASP / FEEL it?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 instrument we'd borrow: UEQ / HRI / METUX / slop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03   ·   FIGJAM: 03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A quick partner check — speculating is fine; a real study takes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 they ACT / GRASP / FEEL differently? [ what we saw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Green = it works   ·   Red = it doesn't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Does it move the value — for whom, and who's left 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04   ·   FIGJAM: 04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related research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Each member reads one real paper — a named slide each follows this header.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Find via AI search (Claude · ChatGPT · Elicit · Semantic Scholar · Scholar Labs), then READ it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Source (author, year) · what WORKED · what FAILED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Real papers only — never invent a citation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Elaine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Winnie Monroe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Vienna Carew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05   ·   FIGJAM: 05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So what — our next design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If the design doesn't move the value, what would? This starts Wednesday.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Another design that could achieve the value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What the next cycle should discover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2–3 directions the evidence points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