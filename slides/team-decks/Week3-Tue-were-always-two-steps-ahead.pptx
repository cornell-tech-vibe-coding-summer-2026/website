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= the value you carry into the final. Confirm the value +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Elaine Huang's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Winnie Monroe's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Vienna Carew's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 VERIFICATION · TEAM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8A94A6"/>
                </a:solidFill>
                <a:latin typeface="Arial"/>
              </a:rPr>
              <a:t>[ name your team after your value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Elaine Huang · Winnie Monroe · Vienna Carew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GitHub team: We're Always Two Steps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Five section headers follow — they are the spine of your talk.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Sections 01, 02, 04, 05 are the TEAM's. Section 03 has one named slide per person — that one is graded individually.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Evidence beats assertion: screenshots, numbers, quotes from what you actually observed.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Your reflection is NOT a document — it goes in your own lane on the team FigJam canvas.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THE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we claimed — and which reading we built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Our app, in one line —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reading of the value did we actually design for? (e.g. 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Operationalized: if it's present, users will DO ___ / UNDERSTAND ___ / FEEL 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1 — WAYS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How can this value be verified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have others measured this value? (Google Scholar + its AI search)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method did we choose — and why does our reading demand it?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The instrument we borrowed: UEQ · an HRI/SDT scale · the slop detector · a task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2 — 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Insights from our own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Each team member presents their OWN slide — the named slides that follow.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WORKS and what does NOT — with evidence. An evidenced 'it doesn't' beats a hopeful 'it does'.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Across the lenses: behavior · understanding · affect — and which lenses did NOT fit this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03.1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Elaine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03.2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Winnie Monroe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03.3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Vienna Carew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3 —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related research has already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have others tried in order to move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worked — and what failed?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2–3 REAL sources.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Our next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Verification opens the next design - it doesn't just grade this one.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OTHER design could actually achieve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should the next cycle discover? (You carry this into Wednesday.)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