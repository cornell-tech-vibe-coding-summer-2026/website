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We're Always Two Steps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Elaine Huang · Winnie Monroe · Vienna Carew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in the current prototype — with evidence.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does NOT work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