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Elaine Huang's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Winnie Monroe's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Carew's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Care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Elaine Huang · Winnie Monroe · Vienna Carew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MyPace - health + family connection for elderly adults living independently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We're Always Two Steps Ahead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Four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 are the TEAM's. Section 03 has one named slide per person — your individual contribution.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No time to run full tests today - so RESEARCH the method, and what interventions have actually moved this value.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HOW WE DEFINE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Discovery - operationalize the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[ our app, in one line ]  - 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we operationalize / define the value?  (privacy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it is present, users will DO [ ___ ] / UNDERSTAND [ ___ ] / FEEL [ ___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HOW WOULD WE VERIFY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Pick a method per lens - we won't run them all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BEHAVIOR - do users ACT differently?  -&gt;  hard to test in class, so we RESEARCH it: [ method + what studies show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UNDERSTANDING - do they GRASP the value?  -&gt;  a quick check with fellow students is possible: [ method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AFFECT - do they FEEL differently?  -&gt;  a quick check with fellow students is possible: [ method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DESIGN INTERVENTIONS THAT MOVED THIS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Research - what has actually worked? (each member owns a slide)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member presents their OWN researched intervention -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 real design intervention tried for this value, and its result: worked / mixed / failed.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Real sources only -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Elaine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Winnie Monroe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Vienna Carew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OUR DESIGN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Generative - where the evidence points (carry into Wednesday)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2-3 design directions our research points to.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one has the strongest evidence behind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would we still need to verify - and how?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