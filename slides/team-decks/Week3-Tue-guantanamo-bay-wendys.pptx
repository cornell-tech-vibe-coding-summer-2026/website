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+1 - add your name ]'s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+1 -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Fixr Findr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03.4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+1 -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