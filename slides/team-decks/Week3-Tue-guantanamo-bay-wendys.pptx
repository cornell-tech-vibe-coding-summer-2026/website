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— add your name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—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03.4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—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