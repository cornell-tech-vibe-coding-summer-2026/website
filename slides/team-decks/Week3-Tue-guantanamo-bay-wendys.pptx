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Evan Birnbaum's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 Sezgin's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Magnes Dugan's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+1 — add your name ]'s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Evan Birnbaum · Derin Sezgin · Magnes Dugan · [ +1 — add your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Guantanamo Bay Wendy's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Evan Birnbaum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Derin Sezgin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Magnes Dugan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03.4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+1 — add your name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