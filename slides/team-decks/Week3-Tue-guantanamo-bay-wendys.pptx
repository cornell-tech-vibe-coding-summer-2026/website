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+1 - add your name ]'s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Sustainability &amp; Transparency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+1 -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Fixr Findr - fix-or-replace: repair cost + CO2 saved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Guantanamo Bay Wendy's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Four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 are the TEAM's. Section 03 has one named slide per person — your individual contribution.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time to run full tests today - so RESEARCH the method, and what interventions have actually moved this value.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Discovery - operationalize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Pick a method per lens - we won't run them all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hard to test in class, so we RESEARCH it: [ method + what studies show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a quick check with fellow students is possible: [ method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a quick check with fellow students is possible: [ method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DESIGN INTERVENTIONS THAT MOVED THIS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Research - what has actually worked? (each member owns a slide)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researched intervention -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 real design intervention tried for this value, and its result: worked / mixed / failed.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sources only -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03.4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+1 -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OUR DESIGN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Generative - where the evidence points (carry into Wednesday)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design directions our research points to.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one has the strongest evidence behind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would we still need to verify - and how?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