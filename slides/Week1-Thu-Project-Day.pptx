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Enriched the empty 'Project Day' slide with the Project 1 brief essentials from the repo. Group projects are separate Classroom team repos (confirm details with Jonathan).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1 ·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Project Day — Project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PROJECT 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Vibe code something your team wants or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Teams of 3–4. Everyone codes — rotate who drives the AI.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Pick a real problem your team has and ship a small hosted app for it.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Use the strongest tool + prompt approach you found Mon–Wed.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Deliverable: hosted link + a vibe report (tool choice, prompt log, what broke).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Work happens in your team’s Group Project repo. Due Monday of Week 2, before class.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