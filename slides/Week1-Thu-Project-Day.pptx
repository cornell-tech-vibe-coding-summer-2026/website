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brief essentials. The team repo comes pre-seeded: code_deliverable/, log_deliverable/, project-report.md template, Vibe-Trace configs, Pages deploy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 beat. Vibe coding makes building cheap — which makes building the WRONG thing the biggest remaining waste. Today's method spends 30 minutes of theater to save days of misdirected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Double Diamond (UK Design Council). Map to today: Discover = team brainstorm; Define = pick one + the in-class fake-it test + redefinition; Develop = co-design options with the AI; Deliver = the focused build, hosted by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Origin: J.F. Kelley's 'listening typewriter' experiments at IBM (1983–84) coined the term. Keep it light — the man-behind-the-curtain image carries the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reading for today. Emphasize legitimacy: professional researchers do this deliberately — theater is a research instrument, not a shortcut.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Co-Designing with Transformers (DIS '25), doi 10.1145/3715336.3735805. Personal-experience beat: tell the story from the HCI course studies. The acceleration point motivates why one in-class loop is now feasible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template is pre-seeded in the team repo as project-report.md. Ethical reflection and individual reflections are human-written (AI grammar-checking only).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1 ·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Project Day — Fake It, Then Make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PROJECT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Vibe code something your team wants or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 of 3–4. Everyone codes — rotate who drives the AI.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Pick a real problem from a team member's own life and ship a small hosted app for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Use the strongest tool + prompt approach you found Mon–Wed.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must DO something, be hosted and reachable by link, and be vibe-coded — prompt trail included.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Accept the team assignment: classroom.github.com/a/fw74T59W — one member creates the team, the others join.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Due Monday of Week 2, before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do you know you're building the RIGHT thing —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before you've spent hours building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Double Diamond — diverge, converge, twice</a:t>
            </a:r>
          </a:p>
        </p:txBody>
      </p:sp>
      <p:sp>
        <p:nvSpPr>
          <p:cNvPr id="5" name="Diamond 4"/>
          <p:cNvSpPr/>
          <p:nvPr/>
        </p:nvSpPr>
        <p:spPr>
          <a:xfrm>
            <a:off x="1371600" y="2286000"/>
            <a:ext cx="3840480" cy="2377440"/>
          </a:xfrm>
          <a:prstGeom prst="diamond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PROBLEM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1" y="3063240"/>
            <a:ext cx="1828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5F7FA"/>
                </a:solidFill>
                <a:latin typeface="Arial"/>
              </a:rPr>
              <a:t>Discover
(diverge)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3063240"/>
            <a:ext cx="1828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5F7FA"/>
                </a:solidFill>
                <a:latin typeface="Arial"/>
              </a:rPr>
              <a:t>Define
(converge)</a:t>
            </a:r>
          </a:p>
        </p:txBody>
      </p:sp>
      <p:sp>
        <p:nvSpPr>
          <p:cNvPr id="9" name="Diamond 8"/>
          <p:cNvSpPr/>
          <p:nvPr/>
        </p:nvSpPr>
        <p:spPr>
          <a:xfrm>
            <a:off x="6309360" y="2286000"/>
            <a:ext cx="3840480" cy="2377440"/>
          </a:xfrm>
          <a:prstGeom prst="diamond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SOLUTION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1" y="3063240"/>
            <a:ext cx="1828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5F7FA"/>
                </a:solidFill>
                <a:latin typeface="Arial"/>
              </a:rPr>
              <a:t>Develop
(diverge)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63240"/>
            <a:ext cx="1828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5F7FA"/>
                </a:solidFill>
                <a:latin typeface="Arial"/>
              </a:rPr>
              <a:t>Deliver
(converge)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2606040"/>
            <a:ext cx="822960" cy="1737360"/>
          </a:xfrm>
          <a:prstGeom prst="roundRect">
            <a:avLst/>
          </a:prstGeom>
          <a:solidFill>
            <a:srgbClr val="0B0E14"/>
          </a:solidFill>
          <a:ln w="2540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448056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0FF41"/>
                </a:solidFill>
                <a:latin typeface="Arial"/>
              </a:rPr>
              <a:t>the fake-it test
lives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Brainstorm wide, then commit to one problem. Your Wizard-of-Oz test sits at the pinch: it's how you converge on the right problem before you diverge into building.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Wizard of Oz — the human behind the curtain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classic HCI method: the user interacts with what looks like a working system — but a hidden human is playing the machine.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Named for the man behind the curtain; used since the 1980s to test systems that would be expensive to build (early speech interfaces were 'recognized' by a typist next door).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The point: you can test the EXPERIENCE before you've built the ENGINEERING.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If the experience fails with a perfect human playing the system, no amount of code will save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Fake It to Make It — prototyping as theater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Zamfirescu-Pereira et al., HRI '21 — same first author as Tuesday's 'Why Johnny Can't Prompt', co-authored at Cornell Tech (yes, that Wendy Ju).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Exploratory prototyping: act out the parts of the system that don't exist — with bodies, props, sticky notes — to learn whether it's worth building at all.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Faking is not cheating. It's the cheapest possible probe of the riskiest question: does anyone want this, and does the flow make sense?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Their domain is robots; yours is apps. The move is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AI + WOZ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Partial Wizard of Oz — AI moved the curtain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MAKE IT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AI builds it in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Screens, button flows, one core interaction — if vibe coding gets it working fast, build it for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WIZARD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 teammate plays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recommendation 'algorithm', the notification, the other user — speak it, hand it over on a sticky note.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DON'T BUILD IT YET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Stay imaginary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Everything else waits. If the test says it doesn't matter, you never build it at 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Co-designing with AI — 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Sandhaus, Gu, Parreira &amp; Ju, DIS '25 — your instructor's own research on GenAI in interactive-device design education.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When transformers compress the build step, design iterations accelerate: students got through more design loops in the same time — more chances to catch the wrong thing early.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But the role of GenAI is complex: accept its defaults passively and it can flatten your exploration instead of widening it.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 treat the AI as a design COLLABORATOR — push back, ask it for alternatives, make it argue — not as a vending machine for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method — one loop, then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DIVERGE — brainstorm problems fast, pick one that's genuinely yours.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FAKE IT (in class) — AI-build the quick parts, wizard the rest, test ONCE with a teammate or neighboring team.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CONVERGE — are we making the right thing? Redefine the problem, re-scope the build.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FOCUSED — co-design the re-scoped app with the AI. No re-test required — deep user testing comes in Weeks 2–3.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TEAMWORK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The focused build — split the roles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Owns the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Sketches flows, decides what it should feel like, judges every AI proposal against the user.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AI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Drives the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Writes the prompts, manages context, keeps the Vibe-Trace log honest.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ARCHITECT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Owns the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Decides file layout, data flow, hosting — keeps the AI's code explainable.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RUN THE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How to run your fake-it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Give the tester ONE task ('split last night's dinner bill') — not a tour of features.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Act the whole flow through, start to finish, realistically — theater, not description.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Watch what they DO: hesitations, wrong turns, questions. Don't explain, don't rescue.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Afterwards ask: what did you think just happened? What would you use this for?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Then decide as a team: right problem? right scope? Write the re-scope decision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What's due Monday (before class)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Hosted app — live link, source in code_deliverable/.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interaction log — history.md (Vibe-Trace fills it; verify everyone's prompts show up).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Project report — fake-it loop record, re-scope decision, role split, team ethical reflection.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Individual reflections — every member, human-written: collaborating with humans, collaborating with AI.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Your team decides how much time to invest — a sharp scope decision beats hours of extra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