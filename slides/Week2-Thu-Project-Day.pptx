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syllabus/repo. Work happens in your team's Group Project 2 Classroom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Discovery-lite bridge from Monday's VAP teaser — value / user / success, without the full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Courier New"/>
              </a:rPr>
              <a:t>WEEK 2 · THURSDAY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889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Project Day — Project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PROJECT 2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Build for a human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Teams of 3–4 — everyone codes, rotate who drives the AI.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Pick a value you care about (from Monday): privacy, accessibility, sustainability, fairness, dignity…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Ship a small hosted app that purposefully supports that value.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Deliverable: hosted link + a vibe report. Due Monday of Week 3, before class.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MAKE IT SHARP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Name three things before you build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THE 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What you serve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State it plainly — and why it matters for this user.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THE USER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Who it’s for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A real person and situation — not “everyone.”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THE TELL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How you’d know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What would you see if the value is actually being served?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