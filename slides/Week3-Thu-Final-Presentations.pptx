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Grade = summary of the 4 Canvas checkpoints (25% project) + a separate 15% presentation grade. Ethical + individual reflections must be human-written.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Demo Night: What's the solution?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Build by day - present in the evening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Build in daylight. Show it tonight.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First half: build the smallest real thing from your storyboard. Evening: present it live on the monitors.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Everything you planned Wednesday becomes an artifact people can 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smallest real thing - done 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Build from the prompts your value tree produced Wednesday.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One complete action a stranger can finish - no broken buttons, no fake features.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value lives in the design, not just the copy.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Test with a couple of real people; change ONE thing on the evidence, and commit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PITCH VIDEO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Short - and it showcases the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Make a short pitch that shows your vibe-coded thing in action.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AI video: Google Veo 3.1 (Flow), Runway, Kling, or Pika. (OpenAI retired the Sora app in 2026.)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Or an animated walkthrough, or a plain screen recording - the artifact is the star.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Put it in presentation/ and link it in your report.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SCREENSHOT SLOT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Show a build / pitch still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demo screenshot or pitch still goes here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the app in use, or a frame from the pitch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PRESENT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Five beats on the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artifact - a live demo of the happy path.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value - what it operationalizes, and for whom outside the class.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evidence - what you tested (Mon usability, Tue value) and what changed.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pitch - your video.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afterlife - who keeps using or maintaining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IT'S GRADED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Four checkpoints, one grade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TUE - VERIFY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Checkpoint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Value verification: research deck + canvas.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WED -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Checkpoint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Value-centered planning: planning report + storyboard.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THU -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Checkpoint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Hosted app + project report + pitch.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IT'S GRADED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...and the evening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THU EVE - PRESENT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Checkpoint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live demo on the monitors.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Summary of the four Canvas checkpoints, against the project rubric.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PRESENTATION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15%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separate grade for the demo. Peer-check adjusts for unfair contribution.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LOGISTICS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Demo night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Present on the monitors - prototype + slides. Demo from the HOSTED link, not localhost.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Keep a screen-recording backup in presentation/ in case the Wi-Fi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THAT'S A WRAP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Good code, good vibes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You learned to build fast with AI - and to build right: name the value, test with real people, and own the calls you made.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Now go make something the world keeps benefiting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