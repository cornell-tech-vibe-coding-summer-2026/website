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Grade = summary of the 4 Canvas checkpoints (25% project) + a separate 15% presentation grade. Ethical + individual reflections must be human-written.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Courier New"/>
              </a:rPr>
              <a:t>WEEK 3 - THURSDAY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7889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Build day: What's the solution?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16052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No lecture - build all morning, showcase at 3-5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DAY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No lecture. Heads-down build, then showcase.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You already tested Monday (usability) and researched the value Tuesday - today is NOT a new test day. Build the smallest real thing, and tell its story well.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900" b="0">
                <a:solidFill>
                  <a:srgbClr val="8A94A6"/>
                </a:solidFill>
                <a:latin typeface="Arial"/>
              </a:rPr>
              <a:t>Everything you planned Wednesday becomes an artifact people can use. Showcase runs 3-5.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The smallest real thing - done well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Build from the prompts your value tree produced Wednesday.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One complete action a stranger can finish - no broken buttons, no fake features.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The value lives in the design, not just the copy.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Polish the happy path and get it hosted - a stranger will try it at the showcase.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THE PITCH VIDEO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Show the IDEA of your app - authentically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Make a short video that shows the idea of your app.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It does NOT have to be AI: a screen recording, an acted skit, or a hand-animated walkthrough all work.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AI video is fine too: Google Veo 3.1 (Flow), Runway, Kling, Pika. (OpenAI retired the Sora app in 2026.)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Pick whatever feels AUTHENTIC to your team. Put it in presentation/ AND embed it in your final slides.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SCREENSHOT SLOT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F5F7FA"/>
                </a:solidFill>
                <a:latin typeface="Arial"/>
              </a:rPr>
              <a:t>Show a build / pitch still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94560" y="2331720"/>
            <a:ext cx="7772400" cy="3566160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94560" y="338328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0FF41"/>
                </a:solidFill>
                <a:latin typeface="Courier New"/>
              </a:rPr>
              <a:t>[ demo screenshot or pitch still goes here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4114800"/>
            <a:ext cx="7772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8A94A6"/>
                </a:solidFill>
                <a:latin typeface="Arial"/>
              </a:rPr>
              <a:t>the app in use, or a frame from the pitch video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PRESENT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Tell the arc of your value - not a test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The artifact - a live demo of the happy path, value living in the design.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The value + who - what it operationalizes and for whom, with your PERSONA and STORYBOARD.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The journey - your research findings, the design ALTERNATIVES you considered, how the design PROGRESSED from Project 2.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The pitch - your embedded video.</a:t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•  </a:t>
            </a:r>
            <a:r>
              <a:rPr sz="2000" b="0">
                <a:solidFill>
                  <a:srgbClr val="F5F7FA"/>
                </a:solidFill>
                <a:latin typeface="Arial"/>
              </a:rPr>
              <a:t>The afterlife - who keeps using or maintaining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IT'S GRADED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Four checkpoints, one grade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TUE - VERIFY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Checkpoint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Value verification: research deck + canvas.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WED - PLAN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Checkpoint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Value-centered planning: planning report + storyboard.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THU - BUILD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Checkpoint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Hosted app + project report + pitch.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IT'S GRADED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...and the showcase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THU 3-5 - SHOWCASE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Checkpoint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The live demo + slides at the afternoon showcase.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9178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9178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3498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PROJECT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25%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3498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Summary of the four Canvas checkpoints, against the project rubric.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58276" y="2468880"/>
            <a:ext cx="3393338" cy="3383280"/>
          </a:xfrm>
          <a:prstGeom prst="roundRect">
            <a:avLst/>
          </a:prstGeom>
          <a:solidFill>
            <a:srgbClr val="151B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8276" y="2468880"/>
            <a:ext cx="3393338" cy="82296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32596" y="2788920"/>
            <a:ext cx="2844698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00FF41"/>
                </a:solidFill>
                <a:latin typeface="Courier New"/>
              </a:rPr>
              <a:t>PRESENTATION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2596" y="3246120"/>
            <a:ext cx="2844698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5F7FA"/>
                </a:solidFill>
                <a:latin typeface="Arial"/>
              </a:rPr>
              <a:t>15%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32596" y="4114800"/>
            <a:ext cx="2844698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8A94A6"/>
                </a:solidFill>
                <a:latin typeface="Arial"/>
              </a:rPr>
              <a:t>A separate grade for the showcase. Peer-check adjusts for unfair contribution.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LOGISTICS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Afternoon showcase (3-5)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100" b="0">
                <a:solidFill>
                  <a:srgbClr val="F5F7FA"/>
                </a:solidFill>
                <a:latin typeface="Arial"/>
              </a:rPr>
              <a:t>A shared showcase - you present alongside other classes' work, with a keynote for families. Prototype + slides on the monitors; demo from the HOSTED link, not localhost.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Keep a screen-recording backup in presentation/ in case the Wi-Fi drops. Final tweaks + submission can come after the showcase.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THAT'S A WRAP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5F7FA"/>
                </a:solidFill>
                <a:latin typeface="Arial"/>
              </a:rPr>
              <a:t>Good code, good vibes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F5F7FA"/>
                </a:solidFill>
                <a:latin typeface="Arial"/>
              </a:rPr>
              <a:t>You learned to build fast with AI - and to build right: name the value, test with real people, and own the calls you made.</a:t>
            </a:r>
          </a:p>
          <a:p>
            <a:pPr algn="l">
              <a:lnSpc>
                <a:spcPct val="112000"/>
              </a:lnSpc>
            </a:pPr>
            <a:r>
              <a:rPr sz="2000" b="0">
                <a:solidFill>
                  <a:srgbClr val="F5F7FA"/>
                </a:solidFill>
                <a:latin typeface="Arial"/>
              </a:rPr>
              <a:t/>
            </a:r>
          </a:p>
          <a:p>
            <a:pPr algn="l">
              <a:lnSpc>
                <a:spcPct val="112000"/>
              </a:lnSpc>
            </a:pPr>
            <a:r>
              <a:rPr sz="2000" b="1">
                <a:solidFill>
                  <a:srgbClr val="00FF41"/>
                </a:solidFill>
                <a:latin typeface="Arial"/>
              </a:rPr>
              <a:t>Now go make something the world keeps benefiting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Good Code, Good Vibes · TECHIE 1121 · Cornell Tech · Summer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