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Rubric straight from the syllabus. Flag the 25% ethical-reflection AI-writing rule loudly.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·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Final Presentations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BRIEF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Make something that benefits someone outside the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…and that society keeps benefiting from after class ends.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Today you show it, demo it live, and tell us what you learned — about the build and about the ethics.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PRESENT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Five minutes, five beats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value — who it serves, and why it matters.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build — a live demo of the happy path.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What you tested — usability + values, and what changed.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hard call — a value tension and how you resolved it.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What’s next — how it keeps helping after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IT’S GRADED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we’re looking for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GOOD VIBES ·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Novelty and the case for why you built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GOOD CODE · 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Functionality and technical execution.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LIVE DEMO · 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With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Plan, test, and documentation with real users.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IT’S GRADED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…and the two that carry the most weight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5272887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5272887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7242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DEEP ETHICAL REFLECTION · 25%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72424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Your own words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24247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values thinking — AI writing is impermissible here (grammar only).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468880"/>
            <a:ext cx="5272887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468880"/>
            <a:ext cx="5272887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047" y="2788920"/>
            <a:ext cx="47242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COMMUNICATION · 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3246120"/>
            <a:ext cx="472424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4114800"/>
            <a:ext cx="4724247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Text, video, and photos documenting capability and process.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THAT’S A WRAP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Good code, good vibes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You learned to build fast with AI — and to build right: to name the values, test with real people, and own the calls you made.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Now go make something the world keeps benefiting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