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Grade = summary of the 4 Canvas checkpoints (25% project) + a separate 15% presentation grade. Ethical + individual reflections must be human-written.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3 -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Build day: What's the solution?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No lecture - build all morning, showcase at 3-5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No lecture. Heads-down build, then showcase.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You already tested Monday (usability) and researched the value Tuesday - today is NOT a new test day. Build the smallest real thing, and tell its story well.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900" b="0">
                <a:solidFill>
                  <a:srgbClr val="8A94A6"/>
                </a:solidFill>
                <a:latin typeface="Arial"/>
              </a:rPr>
              <a:t>Everything you planned Wednesday becomes an artifact people can use. Showcase runs 3-5.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smallest real thing - done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Build from the prompts your value tree produced Wednesday.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One complete action a stranger can finish - no broken buttons, no fake features.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value lives in the design, not just the copy.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Polish the happy path and get it hosted - a stranger will try it at the showcase.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Want an app, not just a site? Wrap it (PWA / Capacitor / Electron) - see Wednesday's 'apps'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THE PITCH VIDEO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Show the IDEA of your app - authentically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Make a short video that shows the idea of your app.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It does NOT have to be AI: a screen recording, an acted skit, or a hand-animated walkthrough all work.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AI video is fine too: Google Veo 3.1 (Flow), Runway, Kling, Pika. (OpenAI retired the Sora app in 2026.)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Pick whatever feels AUTHENTIC to your team. Put it in presentation/ AND embed it in your final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SCREENSHOT SLOT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Show a build / pitch still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[ demo screenshot or pitch still goes here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the app in use, or a frame from the pitch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TO PRESENT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Tell the arc of your value - not a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artifact - a live demo of the happy path, value living in the design.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value + who - what it operationalizes and for whom, with your PERSONA and STORYBOARD.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journey - your research findings, the design ALTERNATIVES you considered, how the design PROGRESSED from Project 2.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pitch - your embedded video.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afterlife - who keeps using or maintaining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IT'S GRADED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Four checkpoints, one grade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TUE -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Checkpoint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Value verification: research deck + canvas.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WED -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Checkpoint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Value-centered planning: planning report + storyboard.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THU -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Checkpoint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Hosted app + project report + pitch.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IT'S GRADED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...and the showcase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THU 3-5 -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Checkpoint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The live demo + slides at the afternoon showcase.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Summary of the four Canvas checkpoints, against the project rubric.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 separate grade for the showcase. Peer-check adjusts for unfair contribution.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LOGISTICS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Afternoon showcase (3-5)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5F7FA"/>
                </a:solidFill>
                <a:latin typeface="Arial"/>
              </a:rPr>
              <a:t>A shared showcase - you present alongside other classes' work, with a keynote for families. Prototype + slides on the monitors; demo from the HOSTED link, not localhost.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Keep a screen-recording backup in presentation/ in case the Wi-Fi drops. Final tweaks + submission can come after the showcase.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THAT'S A WRAP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Good code, good vibes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You learned to build fast with AI - and to build right: name the value, test with real people, and own the calls you made.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Now go make something the world keeps benefiting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