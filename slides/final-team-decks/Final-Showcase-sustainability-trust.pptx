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Sustainability &amp; Trust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Emily Tai · Kylie Cheung · Aria Sharma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Borrow Board - borrow instead of buy, for college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