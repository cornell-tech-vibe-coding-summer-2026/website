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strong: name your value + who it's for in one breath. Replace [ Your project name 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the value: why THIS value, for THIS person. This is the spine of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specific human, not 'everyone'. Drop the persona card (and, if you like, a line from the chatbot interview).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arc, not a test report: research findings → alternatives → the design that best moves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Rough storyboards (diverge, one per person) + the refined team storyboard (converge). Show the value living in the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the happy path. The value should live in the DESIGN, not just the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Evidence, not hope. Report what does NOT work as carefully as what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 the pitch video (screen recording, acted, animated, or AI). Keep a backup file in presentation/.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Credible afterlife answer + individual credit + a genuine one-line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FINAL PROJECT   ·  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2024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5F7FA"/>
                </a:solidFill>
                <a:latin typeface="Arial"/>
              </a:rPr>
              <a:t>The Sustainability &amp; Transparency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FF41"/>
                </a:solidFill>
                <a:latin typeface="Arial"/>
              </a:rPr>
              <a:t>[ Your project name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77639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Evan Birnbaum · Derin Sezgin · Magnes Dugan · Oliver Chung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480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474"/>
                </a:solidFill>
                <a:latin typeface="Courier New"/>
              </a:rPr>
              <a:t>Project 2: Fixr Findr - fix-or-replace: repair cost + CO2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01 · OUR VALUE —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value we built for,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value we carried — and why it matters for someone outside this class.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Our value: [ ___ ]   ·   mode: support / defend / repair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Why it matters: [ the harm we prevent, or the good we enable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Who benefits, specifically: [ not 'students' — name them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02 · 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person we designed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persona we built and interviewed — and what they actually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430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Persona: [ name · situation · goal · frustration ]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The need, in their words: [ quote from the interview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43032" cy="21031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9087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persona screenshot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 ·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From Project 2 to this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What Tuesday's verification showed, what we considered, and what we chose.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Project 2 → what the verification showed: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Design alternatives we considered: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The design we chose — and why: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04 ·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How the idea took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Rough sketches to find the idea → one refined storyboard to tell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5088636" cy="28803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38244"/>
            <a:ext cx="50886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[ ROUGH — one per member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7356" y="2999232"/>
            <a:ext cx="5088636" cy="28803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4238244"/>
            <a:ext cx="50886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[ REFINED — team storyboard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05 · THE SOLUTION — OUR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smallest real thing — done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What it does, the one complete action, and where the value lives in the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430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What it does + the one complete action: [ ___ ]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Where the value lives in the design (not just the copy): [ ___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43032" cy="21031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9087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app screenshots — the happy path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06 · DOES IT DELIVER THE VALUE?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Our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From Monday's usability test and Tuesday's value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Behavior — do they ACT differently?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Understanding / Affect — do they GRASP / FEEL it?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What the research + our testing showed: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07 · THE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video that shows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Play the pitch — any style that feels authentic to your team.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10543032" cy="315468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509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pitch video — embed it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08 · AFTERLIFE &amp;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Who keeps it alive — and who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life after class, the credits, and one thing we learned.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Afterlife: who keeps using / maintaining it, and how: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Who did what: [ each member's contribution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One thing this project taught us: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