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strong: name your value + who it's for in one breath. Replace [ Your project name 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the value: why THIS value, for THIS person. This is the spine of the whole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specific human, not 'everyone'. Drop the persona card (and, if you like, a line from the chatbot interview).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arc, not a test report: research findings → alternatives → the design that best moves the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Rough storyboards (diverge, one per person) + the refined team storyboard (converge). Show the value living in the frames.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 the happy path. The value should live in the DESIGN, not just the wording.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Evidence, not hope. Report what does NOT work as carefully as what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Embed the pitch video (screen recording, acted, animated, or AI). Keep a backup file in presentation/.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Credible afterlife answer + individual credit + a genuine one-line takeaway.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FINAL PROJECT   ·  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92024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5F7FA"/>
                </a:solidFill>
                <a:latin typeface="Arial"/>
              </a:rPr>
              <a:t>The Care &amp; Wellbeing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FF41"/>
                </a:solidFill>
                <a:latin typeface="Arial"/>
              </a:rPr>
              <a:t>[ Your project name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77639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Elaine Huang · Winnie Monroe · Vienna Carew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4805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A6474"/>
                </a:solidFill>
                <a:latin typeface="Courier New"/>
              </a:rPr>
              <a:t>Project 2: MyPace - health + family connection for elderly adults living independently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01 · OUR VALUE —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value we built for,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value we carried — and why it matters for someone outside this class.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Our value: [ ___ ]   ·   mode: support / defend / repair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Why it matters: [ the harm we prevent, or the good we enable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benefits, specifically: [ not 'students' — name them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02 ·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person we designed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persona we built and interviewed — and what they actually need.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Persona: [ name · situation · goal · frustration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The need, in their words: [ quote from the interview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persona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From Project 2 to this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Tuesday's verification showed, what we considered, and what we chose.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Project 2 → what the verification showed: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Design alternatives we considered: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The design we chose — and why: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04 · STORYBOARD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How the idea took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Rough sketches to find the idea → one refined storyboard to tell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ROUGH — one per member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2999232"/>
            <a:ext cx="5088636" cy="288036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4238244"/>
            <a:ext cx="508863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[ REFINED — team storyboard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05 · THE SOLUTION — OUR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smallest real thing — done 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What it does, the one complete action, and where the value lives in the design.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43032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What it does + the one complete action: [ ___ ]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F5F7FA"/>
                </a:solidFill>
                <a:latin typeface="Arial"/>
              </a:rPr>
              <a:t>Where the value lives in the design (not just the copy): [ ___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840480"/>
            <a:ext cx="10543032" cy="210312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9087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app screenshots — the happy path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06 · DOES IT DELIVER THE VALUE?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Our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From Monday's usability test and Tuesday's value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Behavior — do they ACT differently?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Understanding / Affect — do they GRASP / FEEL it?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What the research + our testing showed: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07 ·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The video that shows the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Play the pitch — any style that feels authentic to your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43032" cy="3154680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5092"/>
            <a:ext cx="10543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Courier New"/>
              </a:rPr>
              <a:t>[ pitch video — embed it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3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08 · AFTERLIFE &amp;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70432"/>
            <a:ext cx="1054303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Who keeps it alive — and who built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57984"/>
            <a:ext cx="1054303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8A94A6"/>
                </a:solidFill>
                <a:latin typeface="Arial"/>
              </a:rPr>
              <a:t>The life after class, the credits, and one thing we learned.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999232"/>
            <a:ext cx="10543032" cy="2880360"/>
          </a:xfrm>
          <a:prstGeom prst="roundRect">
            <a:avLst/>
          </a:prstGeom>
          <a:solidFill>
            <a:srgbClr val="15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27355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FF41"/>
                </a:solidFill>
                <a:latin typeface="Courier New"/>
              </a:rPr>
              <a:t>PUT ON THIS SLIDE   ·   replace the [ …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9921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Afterlife: who keeps using / maintaining it, and how: [ ___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Who did what: [ each member's contribution ]</a:t>
            </a:r>
          </a:p>
          <a:p>
            <a:pPr algn="l">
              <a:lnSpc>
                <a:spcPct val="142000"/>
              </a:lnSpc>
            </a:pPr>
            <a:r>
              <a:rPr sz="1800" b="1">
                <a:solidFill>
                  <a:srgbClr val="00FF41"/>
                </a:solidFill>
                <a:latin typeface="Arial"/>
              </a:rPr>
              <a:t>→  </a:t>
            </a:r>
            <a:r>
              <a:rPr sz="1800" b="0">
                <a:solidFill>
                  <a:srgbClr val="F5F7FA"/>
                </a:solidFill>
                <a:latin typeface="Arial"/>
              </a:rPr>
              <a:t>One thing this project taught us: [ ___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Final Project · Showcase · TECHIE 1121 · Cornell Tech · Thu Jul 30 (3-5)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